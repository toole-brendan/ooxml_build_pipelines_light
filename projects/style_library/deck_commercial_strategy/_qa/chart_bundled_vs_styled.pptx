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embeddings/Microsoft_Excel_BinaryWorksheet1.xlsb" ContentType="application/vnd.ms-excel.sheet.binary.macroEnabled.12"/>
  <Override PartName="/ppt/embeddings/Microsoft_Excel_BinaryWorksheet2.xlsb" ContentType="application/vnd.ms-excel.sheet.binary.macroEnabled.12"/>
  <Override PartName="/ppt/embeddings/Microsoft_Excel_BinaryWorksheet3.xlsb" ContentType="application/vnd.ms-excel.sheet.binary.macroEnabled.12"/>
  <Override PartName="/ppt/embeddings/Microsoft_Excel_BinaryWorksheet4.xlsb" ContentType="application/vnd.ms-excel.sheet.binary.macroEnabled.12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6"/>
  </p:handoutMasterIdLst>
  <p:sldIdLst>
    <p:sldId id="256" r:id="rId2"/>
    <p:sldId id="257" r:id="rId3"/>
    <p:sldId id="258" r:id="rId4"/>
    <p:sldId id="259" r:id="rId5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1.xlsb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2.xlsb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3.xlsb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4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265464325264985E-3"/>
          <c:y val="4.9598323436954243E-2"/>
          <c:w val="0.98354690713494697"/>
          <c:h val="0.90080335312609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77A-4324-96D4-15B0F84BCA48}"/>
                </c:ext>
              </c:extLst>
            </c:dLbl>
            <c:dLbl>
              <c:idx val="1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77A-4324-96D4-15B0F84BCA48}"/>
                </c:ext>
              </c:extLst>
            </c:dLbl>
            <c:dLbl>
              <c:idx val="3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11.41</c:v>
                </c:pt>
                <c:pt idx="1">
                  <c:v>11.41</c:v>
                </c:pt>
                <c:pt idx="2">
                  <c:v>10.84</c:v>
                </c:pt>
                <c:pt idx="3">
                  <c:v>11.41</c:v>
                </c:pt>
                <c:pt idx="4">
                  <c:v>10.84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7A-4324-96D4-15B0F84BCA48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77A-4324-96D4-15B0F84BCA48}"/>
                </c:ext>
              </c:extLst>
            </c:dLbl>
            <c:dLbl>
              <c:idx val="3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77A-4324-96D4-15B0F84BCA48}"/>
                </c:ext>
              </c:extLst>
            </c:dLbl>
            <c:dLbl>
              <c:idx val="4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11.07</c:v>
                </c:pt>
                <c:pt idx="1">
                  <c:v>8.3000000000000007</c:v>
                </c:pt>
                <c:pt idx="2">
                  <c:v>5.5300000000000011</c:v>
                </c:pt>
                <c:pt idx="3">
                  <c:v>1.6999999999999993</c:v>
                </c:pt>
                <c:pt idx="4">
                  <c:v>1.5899999999999999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77A-4324-96D4-15B0F84BCA48}"/>
            </c:ext>
          </c:extLst>
        </c:ser>
        <c:ser>
          <c:idx val="2"/>
          <c:order val="2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177A-4324-96D4-15B0F84BCA48}"/>
              </c:ext>
            </c:extLst>
          </c:dPt>
          <c:dLbls>
            <c:dLbl>
              <c:idx val="0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177A-4324-96D4-15B0F84BCA48}"/>
                </c:ext>
              </c:extLst>
            </c:dLbl>
            <c:dLbl>
              <c:idx val="1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177A-4324-96D4-15B0F84BCA48}"/>
                </c:ext>
              </c:extLst>
            </c:dLbl>
            <c:dLbl>
              <c:idx val="2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Sheet1!$A$3:$E$3</c:f>
              <c:numCache>
                <c:formatCode>General</c:formatCode>
                <c:ptCount val="5"/>
                <c:pt idx="0">
                  <c:v>2.120000000000001</c:v>
                </c:pt>
                <c:pt idx="1">
                  <c:v>2.009999999999998</c:v>
                </c:pt>
                <c:pt idx="2">
                  <c:v>1.9100000000000001</c:v>
                </c:pt>
                <c:pt idx="3">
                  <c:v>0.14000000000000057</c:v>
                </c:pt>
                <c:pt idx="4">
                  <c:v>7.0000000000000284E-2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77A-4324-96D4-15B0F84BCA48}"/>
            </c:ext>
          </c:extLst>
        </c:ser>
        <c:ser>
          <c:idx val="3"/>
          <c:order val="3"/>
          <c:spPr>
            <a:solidFill>
              <a:srgbClr val="6F8DB9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177A-4324-96D4-15B0F84BCA48}"/>
              </c:ext>
            </c:extLst>
          </c:dPt>
          <c:dLbls>
            <c:dLbl>
              <c:idx val="3"/>
              <c:layout>
                <c:manualLayout>
                  <c:x val="4.0183515266571747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177A-4324-96D4-15B0F84BCA48}"/>
                </c:ext>
              </c:extLst>
            </c:dLbl>
            <c:dLbl>
              <c:idx val="4"/>
              <c:layout>
                <c:manualLayout>
                  <c:x val="4.0183515266571747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Sheet1!$A$4:$E$4</c:f>
              <c:numCache>
                <c:formatCode>General</c:formatCode>
                <c:ptCount val="5"/>
                <c:pt idx="0">
                  <c:v>0.71000000000000085</c:v>
                </c:pt>
                <c:pt idx="1">
                  <c:v>0.64000000000000057</c:v>
                </c:pt>
                <c:pt idx="2">
                  <c:v>0.60000000000000142</c:v>
                </c:pt>
                <c:pt idx="3">
                  <c:v>0.40000000000000036</c:v>
                </c:pt>
                <c:pt idx="4">
                  <c:v>0.38000000000000078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77A-4324-96D4-15B0F84BCA48}"/>
            </c:ext>
          </c:extLst>
        </c:ser>
        <c:ser>
          <c:idx val="4"/>
          <c:order val="4"/>
          <c:spPr>
            <a:solidFill>
              <a:srgbClr val="9DB1CF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6-177A-4324-96D4-15B0F84BCA48}"/>
              </c:ext>
            </c:extLst>
          </c:dPt>
          <c:dLbls>
            <c:dLbl>
              <c:idx val="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Sheet1!$A$5:$E$5</c:f>
              <c:numCache>
                <c:formatCode>General</c:formatCode>
                <c:ptCount val="5"/>
                <c:pt idx="0">
                  <c:v>0.39999999999999858</c:v>
                </c:pt>
                <c:pt idx="1">
                  <c:v>0.39999999999999858</c:v>
                </c:pt>
                <c:pt idx="2">
                  <c:v>0.37999999999999901</c:v>
                </c:pt>
                <c:pt idx="3">
                  <c:v>3.0200000000000014</c:v>
                </c:pt>
                <c:pt idx="4">
                  <c:v>3.2000000000000011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177A-4324-96D4-15B0F84BCA48}"/>
            </c:ext>
          </c:extLst>
        </c:ser>
        <c:ser>
          <c:idx val="5"/>
          <c:order val="5"/>
          <c:spPr>
            <a:solidFill>
              <a:srgbClr val="C3CFE1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8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177A-4324-96D4-15B0F84BCA48}"/>
                </c:ext>
              </c:extLst>
            </c:dLbl>
            <c:dLbl>
              <c:idx val="3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177A-4324-96D4-15B0F84BCA48}"/>
                </c:ext>
              </c:extLst>
            </c:dLbl>
            <c:dLbl>
              <c:idx val="4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Sheet1!$A$6:$E$6</c:f>
              <c:numCache>
                <c:formatCode>General</c:formatCode>
                <c:ptCount val="5"/>
                <c:pt idx="0">
                  <c:v>3.5500000000000007</c:v>
                </c:pt>
                <c:pt idx="1">
                  <c:v>3.379999999999999</c:v>
                </c:pt>
                <c:pt idx="2">
                  <c:v>3.1999999999999993</c:v>
                </c:pt>
                <c:pt idx="3">
                  <c:v>1.7800000000000011</c:v>
                </c:pt>
                <c:pt idx="4">
                  <c:v>1.5199999999999996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177A-4324-96D4-15B0F84BCA48}"/>
            </c:ext>
          </c:extLst>
        </c:ser>
        <c:ser>
          <c:idx val="6"/>
          <c:order val="6"/>
          <c:spPr>
            <a:solidFill>
              <a:srgbClr val="DFE5EF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E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177A-4324-96D4-15B0F84BCA48}"/>
              </c:ext>
            </c:extLst>
          </c:dPt>
          <c:dLbls>
            <c:dLbl>
              <c:idx val="1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177A-4324-96D4-15B0F84BCA48}"/>
                </c:ext>
              </c:extLst>
            </c:dLbl>
            <c:dLbl>
              <c:idx val="2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Sheet1!$A$7:$E$7</c:f>
              <c:numCache>
                <c:formatCode>General</c:formatCode>
                <c:ptCount val="5"/>
                <c:pt idx="0">
                  <c:v>1.2699999999999996</c:v>
                </c:pt>
                <c:pt idx="1">
                  <c:v>1.5199999999999996</c:v>
                </c:pt>
                <c:pt idx="2">
                  <c:v>1.4600000000000009</c:v>
                </c:pt>
                <c:pt idx="3">
                  <c:v>0.19000000000000128</c:v>
                </c:pt>
                <c:pt idx="4">
                  <c:v>7.9999999999998295E-2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177A-4324-96D4-15B0F84BCA48}"/>
            </c:ext>
          </c:extLst>
        </c:ser>
        <c:ser>
          <c:idx val="7"/>
          <c:order val="7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4-177A-4324-96D4-15B0F84BCA48}"/>
              </c:ext>
            </c:extLst>
          </c:dPt>
          <c:dLbls>
            <c:dLbl>
              <c:idx val="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3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4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Sheet1!$A$8:$E$8</c:f>
              <c:numCache>
                <c:formatCode>General</c:formatCode>
                <c:ptCount val="5"/>
                <c:pt idx="0">
                  <c:v>0.76000000000000156</c:v>
                </c:pt>
                <c:pt idx="1">
                  <c:v>0.57000000000000028</c:v>
                </c:pt>
                <c:pt idx="2">
                  <c:v>0.37999999999999901</c:v>
                </c:pt>
                <c:pt idx="3">
                  <c:v>8.34</c:v>
                </c:pt>
                <c:pt idx="4">
                  <c:v>7.8999999999999986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5-177A-4324-96D4-15B0F84BCA48}"/>
            </c:ext>
          </c:extLst>
        </c:ser>
        <c:ser>
          <c:idx val="8"/>
          <c:order val="8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6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8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9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A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Sheet1!$A$9:$E$9</c:f>
              <c:numCache>
                <c:formatCode>General</c:formatCode>
                <c:ptCount val="5"/>
                <c:pt idx="0">
                  <c:v>8.7799999999999976</c:v>
                </c:pt>
                <c:pt idx="1">
                  <c:v>9.2100000000000009</c:v>
                </c:pt>
                <c:pt idx="2">
                  <c:v>8.7799999999999976</c:v>
                </c:pt>
                <c:pt idx="3">
                  <c:v>3.0000000000001137E-2</c:v>
                </c:pt>
                <c:pt idx="4">
                  <c:v>3.0000000000001137E-2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B-177A-4324-96D4-15B0F84BCA48}"/>
            </c:ext>
          </c:extLst>
        </c:ser>
        <c:ser>
          <c:idx val="9"/>
          <c:order val="9"/>
          <c:spPr>
            <a:solidFill>
              <a:schemeClr val="accent4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C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D-177A-4324-96D4-15B0F84BCA48}"/>
              </c:ext>
            </c:extLst>
          </c:dPt>
          <c:dLbls>
            <c:dLbl>
              <c:idx val="3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C-177A-4324-96D4-15B0F84BCA48}"/>
                </c:ext>
              </c:extLst>
            </c:dLbl>
            <c:dLbl>
              <c:idx val="4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D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Sheet1!$A$10:$E$10</c:f>
              <c:numCache>
                <c:formatCode>General</c:formatCode>
                <c:ptCount val="5"/>
                <c:pt idx="0">
                  <c:v>0.13000000000000256</c:v>
                </c:pt>
                <c:pt idx="1">
                  <c:v>0.10000000000000142</c:v>
                </c:pt>
                <c:pt idx="2">
                  <c:v>7.9999999999998295E-2</c:v>
                </c:pt>
                <c:pt idx="3">
                  <c:v>3</c:v>
                </c:pt>
                <c:pt idx="4">
                  <c:v>2.8000000000000007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E-177A-4324-96D4-15B0F84BCA48}"/>
            </c:ext>
          </c:extLst>
        </c:ser>
        <c:ser>
          <c:idx val="10"/>
          <c:order val="10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F-177A-4324-96D4-15B0F84BCA48}"/>
                </c:ext>
              </c:extLst>
            </c:dLbl>
            <c:dLbl>
              <c:idx val="2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0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Sheet1!$A$11:$E$11</c:f>
              <c:numCache>
                <c:formatCode>General</c:formatCode>
                <c:ptCount val="5"/>
                <c:pt idx="0">
                  <c:v>0</c:v>
                </c:pt>
                <c:pt idx="1">
                  <c:v>2.5</c:v>
                </c:pt>
                <c:pt idx="2">
                  <c:v>2.2999999999999972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1-177A-4324-96D4-15B0F84BCA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882177311"/>
        <c:axId val="1"/>
      </c:barChart>
      <c:catAx>
        <c:axId val="8821773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8821773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265464325264985E-3"/>
          <c:y val="4.9598323436954243E-2"/>
          <c:w val="0.98354690713494697"/>
          <c:h val="0.90080335312609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177A-4324-96D4-15B0F84BCA48}"/>
                </c:ext>
              </c:extLst>
            </c:dLbl>
            <c:dLbl>
              <c:idx val="1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177A-4324-96D4-15B0F84BCA48}"/>
                </c:ext>
              </c:extLst>
            </c:dLbl>
            <c:dLbl>
              <c:idx val="3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11.41</c:v>
                </c:pt>
                <c:pt idx="1">
                  <c:v>11.41</c:v>
                </c:pt>
                <c:pt idx="2">
                  <c:v>10.84</c:v>
                </c:pt>
                <c:pt idx="3">
                  <c:v>11.41</c:v>
                </c:pt>
                <c:pt idx="4">
                  <c:v>10.84</c:v>
                </c:pt>
              </c:numCache>
            </c:numRef>
          </c:val>
          <c:extLst>
            <c:ext uri="{C3380CC4-5D6E-409C-BE32-E72D297353CC}">
              <c16:uniqueId val="{00000005-177A-4324-96D4-15B0F84BCA48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uri="{C3380CC4-5D6E-409C-BE32-E72D297353CC}">
                <c16:uniqueId val="{00000006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uri="{C3380CC4-5D6E-409C-BE32-E72D297353CC}">
                <c16:uniqueId val="{00000007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8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9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A-177A-4324-96D4-15B0F84BCA48}"/>
                </c:ext>
              </c:extLst>
            </c:dLbl>
            <c:dLbl>
              <c:idx val="3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6-177A-4324-96D4-15B0F84BCA48}"/>
                </c:ext>
              </c:extLst>
            </c:dLbl>
            <c:dLbl>
              <c:idx val="4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7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11.07</c:v>
                </c:pt>
                <c:pt idx="1">
                  <c:v>8.3</c:v>
                </c:pt>
                <c:pt idx="2">
                  <c:v>5.53</c:v>
                </c:pt>
                <c:pt idx="3">
                  <c:v>1.7</c:v>
                </c:pt>
                <c:pt idx="4">
                  <c:v>1.59</c:v>
                </c:pt>
              </c:numCache>
            </c:numRef>
          </c:val>
          <c:extLst>
            <c:ext uri="{C3380CC4-5D6E-409C-BE32-E72D297353CC}">
              <c16:uniqueId val="{0000000B-177A-4324-96D4-15B0F84BCA48}"/>
            </c:ext>
          </c:extLst>
        </c:ser>
        <c:ser>
          <c:idx val="2"/>
          <c:order val="2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uri="{C3380CC4-5D6E-409C-BE32-E72D297353CC}">
                <c16:uniqueId val="{0000000C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uri="{C3380CC4-5D6E-409C-BE32-E72D297353CC}">
                <c16:uniqueId val="{0000000D-177A-4324-96D4-15B0F84BCA48}"/>
              </c:ext>
            </c:extLst>
          </c:dPt>
          <c:dLbls>
            <c:dLbl>
              <c:idx val="0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E-177A-4324-96D4-15B0F84BCA48}"/>
                </c:ext>
              </c:extLst>
            </c:dLbl>
            <c:dLbl>
              <c:idx val="1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F-177A-4324-96D4-15B0F84BCA48}"/>
                </c:ext>
              </c:extLst>
            </c:dLbl>
            <c:dLbl>
              <c:idx val="2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0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Sheet1!$A$3:$E$3</c:f>
              <c:numCache>
                <c:formatCode>General</c:formatCode>
                <c:ptCount val="5"/>
                <c:pt idx="0">
                  <c:v>2.12</c:v>
                </c:pt>
                <c:pt idx="1">
                  <c:v>2.01</c:v>
                </c:pt>
                <c:pt idx="2">
                  <c:v>1.91</c:v>
                </c:pt>
                <c:pt idx="3">
                  <c:v>0.14</c:v>
                </c:pt>
                <c:pt idx="4">
                  <c:v>0.07</c:v>
                </c:pt>
              </c:numCache>
            </c:numRef>
          </c:val>
          <c:extLst>
            <c:ext uri="{C3380CC4-5D6E-409C-BE32-E72D297353CC}">
              <c16:uniqueId val="{00000011-177A-4324-96D4-15B0F84BCA48}"/>
            </c:ext>
          </c:extLst>
        </c:ser>
        <c:ser>
          <c:idx val="3"/>
          <c:order val="3"/>
          <c:spPr>
            <a:solidFill>
              <a:srgbClr val="6F8DB9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uri="{C3380CC4-5D6E-409C-BE32-E72D297353CC}">
                <c16:uniqueId val="{00000012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uri="{C3380CC4-5D6E-409C-BE32-E72D297353CC}">
                <c16:uniqueId val="{00000013-177A-4324-96D4-15B0F84BCA48}"/>
              </c:ext>
            </c:extLst>
          </c:dPt>
          <c:dLbls>
            <c:dLbl>
              <c:idx val="3"/>
              <c:layout>
                <c:manualLayout>
                  <c:x val="4.0183515266571747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2-177A-4324-96D4-15B0F84BCA48}"/>
                </c:ext>
              </c:extLst>
            </c:dLbl>
            <c:dLbl>
              <c:idx val="4"/>
              <c:layout>
                <c:manualLayout>
                  <c:x val="4.0183515266571747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3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Sheet1!$A$4:$E$4</c:f>
              <c:numCache>
                <c:formatCode>General</c:formatCode>
                <c:ptCount val="5"/>
                <c:pt idx="0">
                  <c:v>0.71</c:v>
                </c:pt>
                <c:pt idx="1">
                  <c:v>0.64</c:v>
                </c:pt>
                <c:pt idx="2">
                  <c:v>0.6</c:v>
                </c:pt>
                <c:pt idx="3">
                  <c:v>0.4</c:v>
                </c:pt>
                <c:pt idx="4">
                  <c:v>0.38</c:v>
                </c:pt>
              </c:numCache>
            </c:numRef>
          </c:val>
          <c:extLst>
            <c:ext uri="{C3380CC4-5D6E-409C-BE32-E72D297353CC}">
              <c16:uniqueId val="{00000014-177A-4324-96D4-15B0F84BCA48}"/>
            </c:ext>
          </c:extLst>
        </c:ser>
        <c:ser>
          <c:idx val="4"/>
          <c:order val="4"/>
          <c:spPr>
            <a:solidFill>
              <a:srgbClr val="9DB1CF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uri="{C3380CC4-5D6E-409C-BE32-E72D297353CC}">
                <c16:uniqueId val="{00000015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uri="{C3380CC4-5D6E-409C-BE32-E72D297353CC}">
                <c16:uniqueId val="{00000016-177A-4324-96D4-15B0F84BCA48}"/>
              </c:ext>
            </c:extLst>
          </c:dPt>
          <c:dLbls>
            <c:dLbl>
              <c:idx val="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5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6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Sheet1!$A$5:$E$5</c:f>
              <c:numCache>
                <c:formatCode>General</c:formatCode>
                <c:ptCount val="5"/>
                <c:pt idx="0">
                  <c:v>0.4</c:v>
                </c:pt>
                <c:pt idx="1">
                  <c:v>0.4</c:v>
                </c:pt>
                <c:pt idx="2">
                  <c:v>0.38</c:v>
                </c:pt>
                <c:pt idx="3">
                  <c:v>3.02</c:v>
                </c:pt>
                <c:pt idx="4">
                  <c:v>3.2</c:v>
                </c:pt>
              </c:numCache>
            </c:numRef>
          </c:val>
          <c:extLst>
            <c:ext uri="{C3380CC4-5D6E-409C-BE32-E72D297353CC}">
              <c16:uniqueId val="{00000017-177A-4324-96D4-15B0F84BCA48}"/>
            </c:ext>
          </c:extLst>
        </c:ser>
        <c:ser>
          <c:idx val="5"/>
          <c:order val="5"/>
          <c:spPr>
            <a:solidFill>
              <a:srgbClr val="C3CFE1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uri="{C3380CC4-5D6E-409C-BE32-E72D297353CC}">
                <c16:uniqueId val="{00000018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uri="{C3380CC4-5D6E-409C-BE32-E72D297353CC}">
                <c16:uniqueId val="{00000019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A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B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C-177A-4324-96D4-15B0F84BCA48}"/>
                </c:ext>
              </c:extLst>
            </c:dLbl>
            <c:dLbl>
              <c:idx val="3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8-177A-4324-96D4-15B0F84BCA48}"/>
                </c:ext>
              </c:extLst>
            </c:dLbl>
            <c:dLbl>
              <c:idx val="4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9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Sheet1!$A$6:$E$6</c:f>
              <c:numCache>
                <c:formatCode>General</c:formatCode>
                <c:ptCount val="5"/>
                <c:pt idx="0">
                  <c:v>3.55</c:v>
                </c:pt>
                <c:pt idx="1">
                  <c:v>3.38</c:v>
                </c:pt>
                <c:pt idx="2">
                  <c:v>3.2</c:v>
                </c:pt>
                <c:pt idx="3">
                  <c:v>1.78</c:v>
                </c:pt>
                <c:pt idx="4">
                  <c:v>1.52</c:v>
                </c:pt>
              </c:numCache>
            </c:numRef>
          </c:val>
          <c:extLst>
            <c:ext uri="{C3380CC4-5D6E-409C-BE32-E72D297353CC}">
              <c16:uniqueId val="{0000001D-177A-4324-96D4-15B0F84BCA48}"/>
            </c:ext>
          </c:extLst>
        </c:ser>
        <c:ser>
          <c:idx val="6"/>
          <c:order val="6"/>
          <c:spPr>
            <a:solidFill>
              <a:srgbClr val="DFE5EF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uri="{C3380CC4-5D6E-409C-BE32-E72D297353CC}">
                <c16:uniqueId val="{0000001E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uri="{C3380CC4-5D6E-409C-BE32-E72D297353CC}">
                <c16:uniqueId val="{0000001F-177A-4324-96D4-15B0F84BCA48}"/>
              </c:ext>
            </c:extLst>
          </c:dPt>
          <c:dLbls>
            <c:dLbl>
              <c:idx val="1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0-177A-4324-96D4-15B0F84BCA48}"/>
                </c:ext>
              </c:extLst>
            </c:dLbl>
            <c:dLbl>
              <c:idx val="2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1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Sheet1!$A$7:$E$7</c:f>
              <c:numCache>
                <c:formatCode>General</c:formatCode>
                <c:ptCount val="5"/>
                <c:pt idx="0">
                  <c:v>1.27</c:v>
                </c:pt>
                <c:pt idx="1">
                  <c:v>1.52</c:v>
                </c:pt>
                <c:pt idx="2">
                  <c:v>1.46</c:v>
                </c:pt>
                <c:pt idx="3">
                  <c:v>0.19</c:v>
                </c:pt>
                <c:pt idx="4">
                  <c:v>0.08</c:v>
                </c:pt>
              </c:numCache>
            </c:numRef>
          </c:val>
          <c:extLst>
            <c:ext uri="{C3380CC4-5D6E-409C-BE32-E72D297353CC}">
              <c16:uniqueId val="{00000022-177A-4324-96D4-15B0F84BCA48}"/>
            </c:ext>
          </c:extLst>
        </c:ser>
        <c:ser>
          <c:idx val="7"/>
          <c:order val="7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uri="{C3380CC4-5D6E-409C-BE32-E72D297353CC}">
                <c16:uniqueId val="{00000023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uri="{C3380CC4-5D6E-409C-BE32-E72D297353CC}">
                <c16:uniqueId val="{00000024-177A-4324-96D4-15B0F84BCA48}"/>
              </c:ext>
            </c:extLst>
          </c:dPt>
          <c:dLbls>
            <c:dLbl>
              <c:idx val="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3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4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Sheet1!$A$8:$E$8</c:f>
              <c:numCache>
                <c:formatCode>General</c:formatCode>
                <c:ptCount val="5"/>
                <c:pt idx="0">
                  <c:v>0.76</c:v>
                </c:pt>
                <c:pt idx="1">
                  <c:v>0.57</c:v>
                </c:pt>
                <c:pt idx="2">
                  <c:v>0.38</c:v>
                </c:pt>
                <c:pt idx="3">
                  <c:v>8.34</c:v>
                </c:pt>
                <c:pt idx="4">
                  <c:v>7.9</c:v>
                </c:pt>
              </c:numCache>
            </c:numRef>
          </c:val>
          <c:extLst>
            <c:ext uri="{C3380CC4-5D6E-409C-BE32-E72D297353CC}">
              <c16:uniqueId val="{00000025-177A-4324-96D4-15B0F84BCA48}"/>
            </c:ext>
          </c:extLst>
        </c:ser>
        <c:ser>
          <c:idx val="8"/>
          <c:order val="8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uri="{C3380CC4-5D6E-409C-BE32-E72D297353CC}">
                <c16:uniqueId val="{00000026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uri="{C3380CC4-5D6E-409C-BE32-E72D297353CC}">
                <c16:uniqueId val="{00000027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8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9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A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Sheet1!$A$9:$E$9</c:f>
              <c:numCache>
                <c:formatCode>General</c:formatCode>
                <c:ptCount val="5"/>
                <c:pt idx="0">
                  <c:v>8.78</c:v>
                </c:pt>
                <c:pt idx="1">
                  <c:v>9.21</c:v>
                </c:pt>
                <c:pt idx="2">
                  <c:v>8.78</c:v>
                </c:pt>
                <c:pt idx="3">
                  <c:v>0.03</c:v>
                </c:pt>
                <c:pt idx="4">
                  <c:v>0.03</c:v>
                </c:pt>
              </c:numCache>
            </c:numRef>
          </c:val>
          <c:extLst>
            <c:ext uri="{C3380CC4-5D6E-409C-BE32-E72D297353CC}">
              <c16:uniqueId val="{0000002B-177A-4324-96D4-15B0F84BCA48}"/>
            </c:ext>
          </c:extLst>
        </c:ser>
        <c:ser>
          <c:idx val="9"/>
          <c:order val="9"/>
          <c:spPr>
            <a:solidFill>
              <a:schemeClr val="accent4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uri="{C3380CC4-5D6E-409C-BE32-E72D297353CC}">
                <c16:uniqueId val="{0000002C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uri="{C3380CC4-5D6E-409C-BE32-E72D297353CC}">
                <c16:uniqueId val="{0000002D-177A-4324-96D4-15B0F84BCA48}"/>
              </c:ext>
            </c:extLst>
          </c:dPt>
          <c:dLbls>
            <c:dLbl>
              <c:idx val="3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C-177A-4324-96D4-15B0F84BCA48}"/>
                </c:ext>
              </c:extLst>
            </c:dLbl>
            <c:dLbl>
              <c:idx val="4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D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Sheet1!$A$10:$E$10</c:f>
              <c:numCache>
                <c:formatCode>General</c:formatCode>
                <c:ptCount val="5"/>
                <c:pt idx="0">
                  <c:v>0.13</c:v>
                </c:pt>
                <c:pt idx="1">
                  <c:v>0.1</c:v>
                </c:pt>
                <c:pt idx="2">
                  <c:v>0.08</c:v>
                </c:pt>
                <c:pt idx="3">
                  <c:v>3</c:v>
                </c:pt>
                <c:pt idx="4">
                  <c:v>2.8</c:v>
                </c:pt>
              </c:numCache>
            </c:numRef>
          </c:val>
          <c:extLst>
            <c:ext uri="{C3380CC4-5D6E-409C-BE32-E72D297353CC}">
              <c16:uniqueId val="{0000002E-177A-4324-96D4-15B0F84BCA48}"/>
            </c:ext>
          </c:extLst>
        </c:ser>
        <c:ser>
          <c:idx val="10"/>
          <c:order val="10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F-177A-4324-96D4-15B0F84BCA48}"/>
                </c:ext>
              </c:extLst>
            </c:dLbl>
            <c:dLbl>
              <c:idx val="2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30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Sheet1!$A$11:$E$11</c:f>
              <c:numCache>
                <c:formatCode>General</c:formatCode>
                <c:ptCount val="5"/>
                <c:pt idx="0">
                  <c:v>0</c:v>
                </c:pt>
                <c:pt idx="1">
                  <c:v>2.5</c:v>
                </c:pt>
                <c:pt idx="2">
                  <c:v>2.3</c:v>
                </c:pt>
              </c:numCache>
            </c:numRef>
          </c:val>
          <c:extLst>
            <c:ext uri="{C3380CC4-5D6E-409C-BE32-E72D297353CC}">
              <c16:uniqueId val="{00000031-177A-4324-96D4-15B0F84BCA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882177311"/>
        <c:axId val="1"/>
      </c:barChart>
      <c:catAx>
        <c:axId val="8821773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8821773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281447202355911E-2"/>
          <c:y val="5.274888558692422E-2"/>
          <c:w val="0.95989342308231662"/>
          <c:h val="0.894502228826151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310-4AD1-97E1-966D1A7B1EB1}"/>
              </c:ext>
            </c:extLst>
          </c:dPt>
          <c:dPt>
            <c:idx val="16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310-4AD1-97E1-966D1A7B1EB1}"/>
              </c:ext>
            </c:extLst>
          </c:dPt>
          <c:dLbls>
            <c:dLbl>
              <c:idx val="1"/>
              <c:layout>
                <c:manualLayout>
                  <c:x val="0"/>
                  <c:y val="-3.863298662704309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310-4AD1-97E1-966D1A7B1EB1}"/>
                </c:ext>
              </c:extLst>
            </c:dLbl>
            <c:dLbl>
              <c:idx val="2"/>
              <c:layout>
                <c:manualLayout>
                  <c:x val="0"/>
                  <c:y val="-3.863298662704309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310-4AD1-97E1-966D1A7B1EB1}"/>
                </c:ext>
              </c:extLst>
            </c:dLbl>
            <c:dLbl>
              <c:idx val="22"/>
              <c:layout>
                <c:manualLayout>
                  <c:x val="0"/>
                  <c:y val="-3.863298662704309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310-4AD1-97E1-966D1A7B1E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Sheet1!$A$1:$Y$1</c:f>
              <c:numCache>
                <c:formatCode>General</c:formatCode>
                <c:ptCount val="2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  <c:pt idx="4">
                  <c:v>8</c:v>
                </c:pt>
                <c:pt idx="5">
                  <c:v>16</c:v>
                </c:pt>
                <c:pt idx="6">
                  <c:v>21</c:v>
                </c:pt>
                <c:pt idx="7">
                  <c:v>15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  <c:pt idx="11">
                  <c:v>3</c:v>
                </c:pt>
                <c:pt idx="12">
                  <c:v>5</c:v>
                </c:pt>
                <c:pt idx="13">
                  <c:v>3</c:v>
                </c:pt>
                <c:pt idx="14">
                  <c:v>5</c:v>
                </c:pt>
                <c:pt idx="15">
                  <c:v>3</c:v>
                </c:pt>
                <c:pt idx="16">
                  <c:v>2</c:v>
                </c:pt>
                <c:pt idx="17">
                  <c:v>4</c:v>
                </c:pt>
                <c:pt idx="18">
                  <c:v>3</c:v>
                </c:pt>
                <c:pt idx="19">
                  <c:v>4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310-4AD1-97E1-966D1A7B1EB1}"/>
            </c:ext>
          </c:extLst>
        </c:ser>
        <c:ser>
          <c:idx val="1"/>
          <c:order val="1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310-4AD1-97E1-966D1A7B1EB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C310-4AD1-97E1-966D1A7B1EB1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310-4AD1-97E1-966D1A7B1EB1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C310-4AD1-97E1-966D1A7B1EB1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C310-4AD1-97E1-966D1A7B1EB1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C310-4AD1-97E1-966D1A7B1EB1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C310-4AD1-97E1-966D1A7B1EB1}"/>
              </c:ext>
            </c:extLst>
          </c:dPt>
          <c:dPt>
            <c:idx val="16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C310-4AD1-97E1-966D1A7B1EB1}"/>
              </c:ext>
            </c:extLst>
          </c:dPt>
          <c:dPt>
            <c:idx val="18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C310-4AD1-97E1-966D1A7B1EB1}"/>
              </c:ext>
            </c:extLst>
          </c:dPt>
          <c:dPt>
            <c:idx val="19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C310-4AD1-97E1-966D1A7B1EB1}"/>
              </c:ext>
            </c:extLst>
          </c:dPt>
          <c:dPt>
            <c:idx val="20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C310-4AD1-97E1-966D1A7B1EB1}"/>
              </c:ext>
            </c:extLst>
          </c:dPt>
          <c:dPt>
            <c:idx val="21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C310-4AD1-97E1-966D1A7B1EB1}"/>
              </c:ext>
            </c:extLst>
          </c:dPt>
          <c:val>
            <c:numRef>
              <c:f>Sheet1!$A$2:$Y$2</c:f>
              <c:numCache>
                <c:formatCode>General</c:formatCode>
                <c:ptCount val="25"/>
                <c:pt idx="3">
                  <c:v>2</c:v>
                </c:pt>
                <c:pt idx="4">
                  <c:v>4</c:v>
                </c:pt>
                <c:pt idx="5">
                  <c:v>8</c:v>
                </c:pt>
                <c:pt idx="6">
                  <c:v>11</c:v>
                </c:pt>
                <c:pt idx="7">
                  <c:v>6</c:v>
                </c:pt>
                <c:pt idx="8">
                  <c:v>5</c:v>
                </c:pt>
                <c:pt idx="9">
                  <c:v>3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3">
                  <c:v>1</c:v>
                </c:pt>
                <c:pt idx="2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C310-4AD1-97E1-966D1A7B1EB1}"/>
            </c:ext>
          </c:extLst>
        </c:ser>
        <c:ser>
          <c:idx val="2"/>
          <c:order val="2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C310-4AD1-97E1-966D1A7B1EB1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C310-4AD1-97E1-966D1A7B1EB1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4-C310-4AD1-97E1-966D1A7B1EB1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C310-4AD1-97E1-966D1A7B1EB1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6-C310-4AD1-97E1-966D1A7B1EB1}"/>
              </c:ext>
            </c:extLst>
          </c:dPt>
          <c:dPt>
            <c:idx val="14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C310-4AD1-97E1-966D1A7B1EB1}"/>
              </c:ext>
            </c:extLst>
          </c:dPt>
          <c:dPt>
            <c:idx val="15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8-C310-4AD1-97E1-966D1A7B1EB1}"/>
              </c:ext>
            </c:extLst>
          </c:dPt>
          <c:dPt>
            <c:idx val="16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C310-4AD1-97E1-966D1A7B1EB1}"/>
              </c:ext>
            </c:extLst>
          </c:dPt>
          <c:dPt>
            <c:idx val="17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A-C310-4AD1-97E1-966D1A7B1EB1}"/>
              </c:ext>
            </c:extLst>
          </c:dPt>
          <c:dPt>
            <c:idx val="18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C310-4AD1-97E1-966D1A7B1EB1}"/>
              </c:ext>
            </c:extLst>
          </c:dPt>
          <c:dPt>
            <c:idx val="19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C-C310-4AD1-97E1-966D1A7B1EB1}"/>
              </c:ext>
            </c:extLst>
          </c:dPt>
          <c:dPt>
            <c:idx val="23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C310-4AD1-97E1-966D1A7B1EB1}"/>
              </c:ext>
            </c:extLst>
          </c:dPt>
          <c:dPt>
            <c:idx val="2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E-C310-4AD1-97E1-966D1A7B1EB1}"/>
              </c:ext>
            </c:extLst>
          </c:dPt>
          <c:val>
            <c:numRef>
              <c:f>Sheet1!$A$3:$Y$3</c:f>
              <c:numCache>
                <c:formatCode>General</c:formatCode>
                <c:ptCount val="25"/>
                <c:pt idx="3">
                  <c:v>5</c:v>
                </c:pt>
                <c:pt idx="4">
                  <c:v>2</c:v>
                </c:pt>
                <c:pt idx="5">
                  <c:v>4</c:v>
                </c:pt>
                <c:pt idx="6">
                  <c:v>5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5</c:v>
                </c:pt>
                <c:pt idx="19">
                  <c:v>5</c:v>
                </c:pt>
                <c:pt idx="23">
                  <c:v>1</c:v>
                </c:pt>
                <c:pt idx="2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C310-4AD1-97E1-966D1A7B1EB1}"/>
            </c:ext>
          </c:extLst>
        </c:ser>
        <c:ser>
          <c:idx val="3"/>
          <c:order val="3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dPt>
            <c:idx val="4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0-C310-4AD1-97E1-966D1A7B1EB1}"/>
              </c:ext>
            </c:extLst>
          </c:dPt>
          <c:dPt>
            <c:idx val="5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C310-4AD1-97E1-966D1A7B1EB1}"/>
              </c:ext>
            </c:extLst>
          </c:dPt>
          <c:dPt>
            <c:idx val="6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2-C310-4AD1-97E1-966D1A7B1EB1}"/>
              </c:ext>
            </c:extLst>
          </c:dPt>
          <c:dPt>
            <c:idx val="7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C310-4AD1-97E1-966D1A7B1EB1}"/>
              </c:ext>
            </c:extLst>
          </c:dPt>
          <c:dPt>
            <c:idx val="8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4-C310-4AD1-97E1-966D1A7B1EB1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C310-4AD1-97E1-966D1A7B1EB1}"/>
              </c:ext>
            </c:extLst>
          </c:dPt>
          <c:val>
            <c:numRef>
              <c:f>Sheet1!$A$4:$Y$4</c:f>
              <c:numCache>
                <c:formatCode>General</c:formatCode>
                <c:ptCount val="25"/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10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6">
                  <c:v>1</c:v>
                </c:pt>
                <c:pt idx="17">
                  <c:v>2</c:v>
                </c:pt>
                <c:pt idx="2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C310-4AD1-97E1-966D1A7B1EB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Pt>
            <c:idx val="4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C310-4AD1-97E1-966D1A7B1EB1}"/>
              </c:ext>
            </c:extLst>
          </c:dPt>
          <c:dPt>
            <c:idx val="14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8-C310-4AD1-97E1-966D1A7B1EB1}"/>
              </c:ext>
            </c:extLst>
          </c:dPt>
          <c:val>
            <c:numRef>
              <c:f>Sheet1!$A$5:$Y$5</c:f>
              <c:numCache>
                <c:formatCode>General</c:formatCode>
                <c:ptCount val="25"/>
                <c:pt idx="4">
                  <c:v>5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1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C310-4AD1-97E1-966D1A7B1EB1}"/>
            </c:ext>
          </c:extLst>
        </c:ser>
        <c:ser>
          <c:idx val="5"/>
          <c:order val="5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dPt>
            <c:idx val="6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A-C310-4AD1-97E1-966D1A7B1EB1}"/>
              </c:ext>
            </c:extLst>
          </c:dPt>
          <c:val>
            <c:numRef>
              <c:f>Sheet1!$A$6:$Y$6</c:f>
              <c:numCache>
                <c:formatCode>General</c:formatCode>
                <c:ptCount val="25"/>
                <c:pt idx="6">
                  <c:v>1</c:v>
                </c:pt>
                <c:pt idx="7">
                  <c:v>5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B-C310-4AD1-97E1-966D1A7B1EB1}"/>
            </c:ext>
          </c:extLst>
        </c:ser>
        <c:ser>
          <c:idx val="6"/>
          <c:order val="6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val>
            <c:numRef>
              <c:f>Sheet1!$A$7:$Y$7</c:f>
              <c:numCache>
                <c:formatCode>General</c:formatCode>
                <c:ptCount val="25"/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C310-4AD1-97E1-966D1A7B1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25133183"/>
        <c:axId val="1"/>
      </c:barChart>
      <c:lineChart>
        <c:grouping val="standard"/>
        <c:varyColors val="0"/>
        <c:ser>
          <c:idx val="7"/>
          <c:order val="7"/>
          <c:spPr>
            <a:ln w="38100" cmpd="sng" algn="ctr">
              <a:solidFill>
                <a:srgbClr val="C30C3E"/>
              </a:solidFill>
              <a:prstDash val="solid"/>
            </a:ln>
          </c:spPr>
          <c:marker>
            <c:symbol val="none"/>
          </c:marker>
          <c:val>
            <c:numRef>
              <c:f>Sheet1!$A$8:$Y$8</c:f>
              <c:numCache>
                <c:formatCode>General</c:formatCode>
                <c:ptCount val="25"/>
                <c:pt idx="0">
                  <c:v>3</c:v>
                </c:pt>
                <c:pt idx="1">
                  <c:v>8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5</c:v>
                </c:pt>
                <c:pt idx="6">
                  <c:v>4</c:v>
                </c:pt>
                <c:pt idx="7">
                  <c:v>5</c:v>
                </c:pt>
                <c:pt idx="8">
                  <c:v>11</c:v>
                </c:pt>
                <c:pt idx="9">
                  <c:v>4</c:v>
                </c:pt>
                <c:pt idx="10">
                  <c:v>7</c:v>
                </c:pt>
                <c:pt idx="11">
                  <c:v>7</c:v>
                </c:pt>
                <c:pt idx="12">
                  <c:v>10</c:v>
                </c:pt>
                <c:pt idx="13">
                  <c:v>5</c:v>
                </c:pt>
                <c:pt idx="14">
                  <c:v>9</c:v>
                </c:pt>
                <c:pt idx="15">
                  <c:v>0</c:v>
                </c:pt>
                <c:pt idx="16">
                  <c:v>7</c:v>
                </c:pt>
                <c:pt idx="17">
                  <c:v>0</c:v>
                </c:pt>
                <c:pt idx="18">
                  <c:v>5</c:v>
                </c:pt>
                <c:pt idx="19">
                  <c:v>0</c:v>
                </c:pt>
                <c:pt idx="20">
                  <c:v>6</c:v>
                </c:pt>
                <c:pt idx="21">
                  <c:v>0</c:v>
                </c:pt>
                <c:pt idx="22">
                  <c:v>7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D-C310-4AD1-97E1-966D1A7B1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5133183"/>
        <c:axId val="1"/>
      </c:lineChart>
      <c:catAx>
        <c:axId val="19251331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5133183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281447202355911E-2"/>
          <c:y val="5.274888558692422E-2"/>
          <c:w val="0.95989342308231662"/>
          <c:h val="0.894502228826151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0-C310-4AD1-97E1-966D1A7B1EB1}"/>
              </c:ext>
            </c:extLst>
          </c:dPt>
          <c:dPt>
            <c:idx val="16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uri="{C3380CC4-5D6E-409C-BE32-E72D297353CC}">
                <c16:uniqueId val="{00000001-C310-4AD1-97E1-966D1A7B1EB1}"/>
              </c:ext>
            </c:extLst>
          </c:dPt>
          <c:dLbls>
            <c:dLbl>
              <c:idx val="1"/>
              <c:layout>
                <c:manualLayout>
                  <c:x val="0"/>
                  <c:y val="-3.863298662704309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C310-4AD1-97E1-966D1A7B1EB1}"/>
                </c:ext>
              </c:extLst>
            </c:dLbl>
            <c:dLbl>
              <c:idx val="2"/>
              <c:layout>
                <c:manualLayout>
                  <c:x val="0"/>
                  <c:y val="-3.863298662704309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C310-4AD1-97E1-966D1A7B1EB1}"/>
                </c:ext>
              </c:extLst>
            </c:dLbl>
            <c:dLbl>
              <c:idx val="22"/>
              <c:layout>
                <c:manualLayout>
                  <c:x val="0"/>
                  <c:y val="-3.863298662704309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C310-4AD1-97E1-966D1A7B1E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Sheet1!$A$1:$Y$1</c:f>
              <c:numCache>
                <c:formatCode>General</c:formatCode>
                <c:ptCount val="2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  <c:pt idx="4">
                  <c:v>8</c:v>
                </c:pt>
                <c:pt idx="5">
                  <c:v>16</c:v>
                </c:pt>
                <c:pt idx="6">
                  <c:v>21</c:v>
                </c:pt>
                <c:pt idx="7">
                  <c:v>15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  <c:pt idx="11">
                  <c:v>3</c:v>
                </c:pt>
                <c:pt idx="12">
                  <c:v>5</c:v>
                </c:pt>
                <c:pt idx="13">
                  <c:v>3</c:v>
                </c:pt>
                <c:pt idx="14">
                  <c:v>5</c:v>
                </c:pt>
                <c:pt idx="15">
                  <c:v>3</c:v>
                </c:pt>
                <c:pt idx="16">
                  <c:v>2</c:v>
                </c:pt>
                <c:pt idx="17">
                  <c:v>4</c:v>
                </c:pt>
                <c:pt idx="18">
                  <c:v>3</c:v>
                </c:pt>
                <c:pt idx="19">
                  <c:v>4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5</c:v>
                </c:pt>
              </c:numCache>
            </c:numRef>
          </c:val>
          <c:extLst>
            <c:ext uri="{C3380CC4-5D6E-409C-BE32-E72D297353CC}">
              <c16:uniqueId val="{00000004-C310-4AD1-97E1-966D1A7B1EB1}"/>
            </c:ext>
          </c:extLst>
        </c:ser>
        <c:ser>
          <c:idx val="1"/>
          <c:order val="1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5-C310-4AD1-97E1-966D1A7B1EB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6-C310-4AD1-97E1-966D1A7B1EB1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7-C310-4AD1-97E1-966D1A7B1EB1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8-C310-4AD1-97E1-966D1A7B1EB1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9-C310-4AD1-97E1-966D1A7B1EB1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A-C310-4AD1-97E1-966D1A7B1EB1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B-C310-4AD1-97E1-966D1A7B1EB1}"/>
              </c:ext>
            </c:extLst>
          </c:dPt>
          <c:dPt>
            <c:idx val="16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uri="{C3380CC4-5D6E-409C-BE32-E72D297353CC}">
                <c16:uniqueId val="{0000000C-C310-4AD1-97E1-966D1A7B1EB1}"/>
              </c:ext>
            </c:extLst>
          </c:dPt>
          <c:dPt>
            <c:idx val="18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0D-C310-4AD1-97E1-966D1A7B1EB1}"/>
              </c:ext>
            </c:extLst>
          </c:dPt>
          <c:dPt>
            <c:idx val="19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0E-C310-4AD1-97E1-966D1A7B1EB1}"/>
              </c:ext>
            </c:extLst>
          </c:dPt>
          <c:dPt>
            <c:idx val="20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0F-C310-4AD1-97E1-966D1A7B1EB1}"/>
              </c:ext>
            </c:extLst>
          </c:dPt>
          <c:dPt>
            <c:idx val="21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0-C310-4AD1-97E1-966D1A7B1EB1}"/>
              </c:ext>
            </c:extLst>
          </c:dPt>
          <c:val>
            <c:numRef>
              <c:f>Sheet1!$A$2:$Y$2</c:f>
              <c:numCache>
                <c:formatCode>General</c:formatCode>
                <c:ptCount val="25"/>
                <c:pt idx="3">
                  <c:v>2</c:v>
                </c:pt>
                <c:pt idx="4">
                  <c:v>4</c:v>
                </c:pt>
                <c:pt idx="5">
                  <c:v>8</c:v>
                </c:pt>
                <c:pt idx="6">
                  <c:v>11</c:v>
                </c:pt>
                <c:pt idx="7">
                  <c:v>6</c:v>
                </c:pt>
                <c:pt idx="8">
                  <c:v>5</c:v>
                </c:pt>
                <c:pt idx="9">
                  <c:v>3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3">
                  <c:v>1</c:v>
                </c:pt>
                <c:pt idx="24">
                  <c:v>2</c:v>
                </c:pt>
              </c:numCache>
            </c:numRef>
          </c:val>
          <c:extLst>
            <c:ext uri="{C3380CC4-5D6E-409C-BE32-E72D297353CC}">
              <c16:uniqueId val="{00000011-C310-4AD1-97E1-966D1A7B1EB1}"/>
            </c:ext>
          </c:extLst>
        </c:ser>
        <c:ser>
          <c:idx val="2"/>
          <c:order val="2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2-C310-4AD1-97E1-966D1A7B1EB1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3-C310-4AD1-97E1-966D1A7B1EB1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4-C310-4AD1-97E1-966D1A7B1EB1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5-C310-4AD1-97E1-966D1A7B1EB1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6-C310-4AD1-97E1-966D1A7B1EB1}"/>
              </c:ext>
            </c:extLst>
          </c:dPt>
          <c:dPt>
            <c:idx val="14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17-C310-4AD1-97E1-966D1A7B1EB1}"/>
              </c:ext>
            </c:extLst>
          </c:dPt>
          <c:dPt>
            <c:idx val="15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18-C310-4AD1-97E1-966D1A7B1EB1}"/>
              </c:ext>
            </c:extLst>
          </c:dPt>
          <c:dPt>
            <c:idx val="16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19-C310-4AD1-97E1-966D1A7B1EB1}"/>
              </c:ext>
            </c:extLst>
          </c:dPt>
          <c:dPt>
            <c:idx val="17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1A-C310-4AD1-97E1-966D1A7B1EB1}"/>
              </c:ext>
            </c:extLst>
          </c:dPt>
          <c:dPt>
            <c:idx val="18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B-C310-4AD1-97E1-966D1A7B1EB1}"/>
              </c:ext>
            </c:extLst>
          </c:dPt>
          <c:dPt>
            <c:idx val="19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C-C310-4AD1-97E1-966D1A7B1EB1}"/>
              </c:ext>
            </c:extLst>
          </c:dPt>
          <c:dPt>
            <c:idx val="23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D-C310-4AD1-97E1-966D1A7B1EB1}"/>
              </c:ext>
            </c:extLst>
          </c:dPt>
          <c:dPt>
            <c:idx val="2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E-C310-4AD1-97E1-966D1A7B1EB1}"/>
              </c:ext>
            </c:extLst>
          </c:dPt>
          <c:val>
            <c:numRef>
              <c:f>Sheet1!$A$3:$Y$3</c:f>
              <c:numCache>
                <c:formatCode>General</c:formatCode>
                <c:ptCount val="25"/>
                <c:pt idx="3">
                  <c:v>5</c:v>
                </c:pt>
                <c:pt idx="4">
                  <c:v>2</c:v>
                </c:pt>
                <c:pt idx="5">
                  <c:v>4</c:v>
                </c:pt>
                <c:pt idx="6">
                  <c:v>5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5</c:v>
                </c:pt>
                <c:pt idx="19">
                  <c:v>5</c:v>
                </c:pt>
                <c:pt idx="23">
                  <c:v>1</c:v>
                </c:pt>
                <c:pt idx="24">
                  <c:v>2</c:v>
                </c:pt>
              </c:numCache>
            </c:numRef>
          </c:val>
          <c:extLst>
            <c:ext uri="{C3380CC4-5D6E-409C-BE32-E72D297353CC}">
              <c16:uniqueId val="{0000001F-C310-4AD1-97E1-966D1A7B1EB1}"/>
            </c:ext>
          </c:extLst>
        </c:ser>
        <c:ser>
          <c:idx val="3"/>
          <c:order val="3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dPt>
            <c:idx val="4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0-C310-4AD1-97E1-966D1A7B1EB1}"/>
              </c:ext>
            </c:extLst>
          </c:dPt>
          <c:dPt>
            <c:idx val="5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1-C310-4AD1-97E1-966D1A7B1EB1}"/>
              </c:ext>
            </c:extLst>
          </c:dPt>
          <c:dPt>
            <c:idx val="6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2-C310-4AD1-97E1-966D1A7B1EB1}"/>
              </c:ext>
            </c:extLst>
          </c:dPt>
          <c:dPt>
            <c:idx val="7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3-C310-4AD1-97E1-966D1A7B1EB1}"/>
              </c:ext>
            </c:extLst>
          </c:dPt>
          <c:dPt>
            <c:idx val="8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4-C310-4AD1-97E1-966D1A7B1EB1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25-C310-4AD1-97E1-966D1A7B1EB1}"/>
              </c:ext>
            </c:extLst>
          </c:dPt>
          <c:val>
            <c:numRef>
              <c:f>Sheet1!$A$4:$Y$4</c:f>
              <c:numCache>
                <c:formatCode>General</c:formatCode>
                <c:ptCount val="25"/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10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6">
                  <c:v>1</c:v>
                </c:pt>
                <c:pt idx="17">
                  <c:v>2</c:v>
                </c:pt>
                <c:pt idx="24">
                  <c:v>2</c:v>
                </c:pt>
              </c:numCache>
            </c:numRef>
          </c:val>
          <c:extLst>
            <c:ext uri="{C3380CC4-5D6E-409C-BE32-E72D297353CC}">
              <c16:uniqueId val="{00000026-C310-4AD1-97E1-966D1A7B1EB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Pt>
            <c:idx val="4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27-C310-4AD1-97E1-966D1A7B1EB1}"/>
              </c:ext>
            </c:extLst>
          </c:dPt>
          <c:dPt>
            <c:idx val="14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28-C310-4AD1-97E1-966D1A7B1EB1}"/>
              </c:ext>
            </c:extLst>
          </c:dPt>
          <c:val>
            <c:numRef>
              <c:f>Sheet1!$A$5:$Y$5</c:f>
              <c:numCache>
                <c:formatCode>General</c:formatCode>
                <c:ptCount val="25"/>
                <c:pt idx="4">
                  <c:v>5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14">
                  <c:v>1</c:v>
                </c:pt>
              </c:numCache>
            </c:numRef>
          </c:val>
          <c:extLst>
            <c:ext uri="{C3380CC4-5D6E-409C-BE32-E72D297353CC}">
              <c16:uniqueId val="{00000029-C310-4AD1-97E1-966D1A7B1EB1}"/>
            </c:ext>
          </c:extLst>
        </c:ser>
        <c:ser>
          <c:idx val="5"/>
          <c:order val="5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dPt>
            <c:idx val="6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uri="{C3380CC4-5D6E-409C-BE32-E72D297353CC}">
                <c16:uniqueId val="{0000002A-C310-4AD1-97E1-966D1A7B1EB1}"/>
              </c:ext>
            </c:extLst>
          </c:dPt>
          <c:val>
            <c:numRef>
              <c:f>Sheet1!$A$6:$Y$6</c:f>
              <c:numCache>
                <c:formatCode>General</c:formatCode>
                <c:ptCount val="25"/>
                <c:pt idx="6">
                  <c:v>1</c:v>
                </c:pt>
                <c:pt idx="7">
                  <c:v>5</c:v>
                </c:pt>
                <c:pt idx="8">
                  <c:v>1</c:v>
                </c:pt>
              </c:numCache>
            </c:numRef>
          </c:val>
          <c:extLst>
            <c:ext uri="{C3380CC4-5D6E-409C-BE32-E72D297353CC}">
              <c16:uniqueId val="{0000002B-C310-4AD1-97E1-966D1A7B1EB1}"/>
            </c:ext>
          </c:extLst>
        </c:ser>
        <c:ser>
          <c:idx val="6"/>
          <c:order val="6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val>
            <c:numRef>
              <c:f>Sheet1!$A$7:$Y$7</c:f>
              <c:numCache>
                <c:formatCode>General</c:formatCode>
                <c:ptCount val="25"/>
                <c:pt idx="6">
                  <c:v>7</c:v>
                </c:pt>
              </c:numCache>
            </c:numRef>
          </c:val>
          <c:extLst>
            <c:ext uri="{C3380CC4-5D6E-409C-BE32-E72D297353CC}">
              <c16:uniqueId val="{0000002C-C310-4AD1-97E1-966D1A7B1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25133183"/>
        <c:axId val="1"/>
      </c:barChart>
      <c:lineChart>
        <c:grouping val="standard"/>
        <c:varyColors val="0"/>
        <c:ser>
          <c:idx val="7"/>
          <c:order val="7"/>
          <c:spPr>
            <a:ln w="38100" cmpd="sng" algn="ctr">
              <a:solidFill>
                <a:srgbClr val="C30C3E"/>
              </a:solidFill>
              <a:prstDash val="solid"/>
            </a:ln>
          </c:spPr>
          <c:marker>
            <c:symbol val="none"/>
          </c:marker>
          <c:val>
            <c:numRef>
              <c:f>Sheet1!$A$8:$Y$8</c:f>
              <c:numCache>
                <c:formatCode>General</c:formatCode>
                <c:ptCount val="25"/>
                <c:pt idx="0">
                  <c:v>3</c:v>
                </c:pt>
                <c:pt idx="1">
                  <c:v>8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5</c:v>
                </c:pt>
                <c:pt idx="6">
                  <c:v>4</c:v>
                </c:pt>
                <c:pt idx="7">
                  <c:v>5</c:v>
                </c:pt>
                <c:pt idx="8">
                  <c:v>11</c:v>
                </c:pt>
                <c:pt idx="9">
                  <c:v>4</c:v>
                </c:pt>
                <c:pt idx="10">
                  <c:v>7</c:v>
                </c:pt>
                <c:pt idx="11">
                  <c:v>7</c:v>
                </c:pt>
                <c:pt idx="12">
                  <c:v>10</c:v>
                </c:pt>
                <c:pt idx="13">
                  <c:v>5</c:v>
                </c:pt>
                <c:pt idx="14">
                  <c:v>9</c:v>
                </c:pt>
                <c:pt idx="15">
                  <c:v>0</c:v>
                </c:pt>
                <c:pt idx="16">
                  <c:v>7</c:v>
                </c:pt>
                <c:pt idx="17">
                  <c:v>0</c:v>
                </c:pt>
                <c:pt idx="18">
                  <c:v>5</c:v>
                </c:pt>
                <c:pt idx="19">
                  <c:v>0</c:v>
                </c:pt>
                <c:pt idx="20">
                  <c:v>6</c:v>
                </c:pt>
                <c:pt idx="21">
                  <c:v>0</c:v>
                </c:pt>
                <c:pt idx="22">
                  <c:v>7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uri="{C3380CC4-5D6E-409C-BE32-E72D297353CC}">
              <c16:uniqueId val="{0000002D-C310-4AD1-97E1-966D1A7B1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5133183"/>
        <c:axId val="1"/>
      </c:lineChart>
      <c:catAx>
        <c:axId val="19251331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5133183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"/>
          <p:cNvGraphicFramePr/>
          <p:nvPr/>
        </p:nvGraphicFramePr>
        <p:xfrm>
          <a:off x="370332" y="1567281"/>
          <a:ext cx="10034625" cy="4544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"/>
          <p:cNvGraphicFramePr/>
          <p:nvPr/>
        </p:nvGraphicFramePr>
        <p:xfrm>
          <a:off x="370332" y="1567281"/>
          <a:ext cx="10034625" cy="4544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"/>
          <p:cNvGraphicFramePr/>
          <p:nvPr/>
        </p:nvGraphicFramePr>
        <p:xfrm>
          <a:off x="370332" y="1567281"/>
          <a:ext cx="10034625" cy="4544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"/>
          <p:cNvGraphicFramePr/>
          <p:nvPr/>
        </p:nvGraphicFramePr>
        <p:xfrm>
          <a:off x="370332" y="1567281"/>
          <a:ext cx="10034625" cy="4544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proto</Application>
  <PresentationFormat>Widescreen</PresentationFormat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styled vs bundled</dc:title>
  <dc:creator>proto</dc:creator>
  <cp:lastModifiedBy>proto</cp:lastModifiedBy>
  <cp:revision>1</cp:revision>
  <dcterms:created xsi:type="dcterms:W3CDTF">2026-06-24T13:00:51Z</dcterms:created>
  <dcterms:modified xsi:type="dcterms:W3CDTF">2026-06-24T13:00:51Z</dcterms:modified>
</cp:coreProperties>
</file>