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svg" ContentType="image/svg+xml"/>
  <Default Extension="emf" ContentType="image/x-emf"/>
  <Default Extension="bin" ContentType="application/vnd.openxmlformats-officedocument.oleObjec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embeddings/Microsoft_Excel_BinaryWorksheet1.xlsb" ContentType="application/vnd.ms-excel.sheet.binary.macroEnabled.12"/>
  <Override PartName="/ppt/embeddings/Microsoft_Excel_Worksheet2.xlsx" ContentType="application/vnd.openxmlformats-officedocument.spreadsheetml.sheet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4"/>
  </p:handoutMasterIdLst>
  <p:sldIdLst>
    <p:sldId id="256" r:id="rId2"/>
    <p:sldId id="257" r:id="rId3"/>
  </p:sldIdLst>
  <p:sldSz cx="12192000" cy="6858000"/>
  <p:notesSz cx="6934200" cy="9220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5972"/>
    <a:srgbClr val="6E91B1"/>
    <a:srgbClr val="B6C8D8"/>
    <a:srgbClr val="E2E9EF"/>
    <a:srgbClr val="F2F2F2"/>
    <a:srgbClr val="447BB2"/>
    <a:srgbClr val="D1D1D1"/>
    <a:srgbClr val="BFBFBF"/>
    <a:srgbClr val="1D4D68"/>
    <a:srgbClr val="798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Worksheet1.xlsb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265464325264985E-3"/>
          <c:y val="4.9598323436954243E-2"/>
          <c:w val="0.98354690713494697"/>
          <c:h val="0.90080335312609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77A-4324-96D4-15B0F84BCA48}"/>
                </c:ext>
              </c:extLst>
            </c:dLbl>
            <c:dLbl>
              <c:idx val="1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77A-4324-96D4-15B0F84BCA48}"/>
                </c:ext>
              </c:extLst>
            </c:dLbl>
            <c:dLbl>
              <c:idx val="3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11.41</c:v>
                </c:pt>
                <c:pt idx="1">
                  <c:v>11.41</c:v>
                </c:pt>
                <c:pt idx="2">
                  <c:v>10.84</c:v>
                </c:pt>
                <c:pt idx="3">
                  <c:v>11.41</c:v>
                </c:pt>
                <c:pt idx="4">
                  <c:v>10.84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77A-4324-96D4-15B0F84BCA48}"/>
            </c:ext>
          </c:extLst>
        </c:ser>
        <c:ser>
          <c:idx val="1"/>
          <c:order val="1"/>
          <c:spPr>
            <a:solidFill>
              <a:srgbClr val="C30C3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364D6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177A-4324-96D4-15B0F84BCA48}"/>
                </c:ext>
              </c:extLst>
            </c:dLbl>
            <c:dLbl>
              <c:idx val="3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177A-4324-96D4-15B0F84BCA48}"/>
                </c:ext>
              </c:extLst>
            </c:dLbl>
            <c:dLbl>
              <c:idx val="4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0">
                  <c:v>11.07</c:v>
                </c:pt>
                <c:pt idx="1">
                  <c:v>8.3000000000000007</c:v>
                </c:pt>
                <c:pt idx="2">
                  <c:v>5.5300000000000011</c:v>
                </c:pt>
                <c:pt idx="3">
                  <c:v>1.6999999999999993</c:v>
                </c:pt>
                <c:pt idx="4">
                  <c:v>1.5899999999999999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77A-4324-96D4-15B0F84BCA48}"/>
            </c:ext>
          </c:extLst>
        </c:ser>
        <c:ser>
          <c:idx val="2"/>
          <c:order val="2"/>
          <c:spPr>
            <a:solidFill>
              <a:srgbClr val="364D6E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C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6F8DB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177A-4324-96D4-15B0F84BCA48}"/>
              </c:ext>
            </c:extLst>
          </c:dPt>
          <c:dLbls>
            <c:dLbl>
              <c:idx val="0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177A-4324-96D4-15B0F84BCA48}"/>
                </c:ext>
              </c:extLst>
            </c:dLbl>
            <c:dLbl>
              <c:idx val="1"/>
              <c:layout>
                <c:manualLayout>
                  <c:x val="-1.4080050624901124E-2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177A-4324-96D4-15B0F84BCA48}"/>
                </c:ext>
              </c:extLst>
            </c:dLbl>
            <c:dLbl>
              <c:idx val="2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Sheet1!$A$3:$E$3</c:f>
              <c:numCache>
                <c:formatCode>General</c:formatCode>
                <c:ptCount val="5"/>
                <c:pt idx="0">
                  <c:v>2.120000000000001</c:v>
                </c:pt>
                <c:pt idx="1">
                  <c:v>2.009999999999998</c:v>
                </c:pt>
                <c:pt idx="2">
                  <c:v>1.9100000000000001</c:v>
                </c:pt>
                <c:pt idx="3">
                  <c:v>0.14000000000000057</c:v>
                </c:pt>
                <c:pt idx="4">
                  <c:v>7.0000000000000284E-2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177A-4324-96D4-15B0F84BCA48}"/>
            </c:ext>
          </c:extLst>
        </c:ser>
        <c:ser>
          <c:idx val="3"/>
          <c:order val="3"/>
          <c:spPr>
            <a:solidFill>
              <a:srgbClr val="6F8DB9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2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9DB1C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177A-4324-96D4-15B0F84BCA48}"/>
              </c:ext>
            </c:extLst>
          </c:dPt>
          <c:dLbls>
            <c:dLbl>
              <c:idx val="3"/>
              <c:layout>
                <c:manualLayout>
                  <c:x val="4.0183515266571747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177A-4324-96D4-15B0F84BCA48}"/>
                </c:ext>
              </c:extLst>
            </c:dLbl>
            <c:dLbl>
              <c:idx val="4"/>
              <c:layout>
                <c:manualLayout>
                  <c:x val="4.0183515266571747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Sheet1!$A$4:$E$4</c:f>
              <c:numCache>
                <c:formatCode>General</c:formatCode>
                <c:ptCount val="5"/>
                <c:pt idx="0">
                  <c:v>0.71000000000000085</c:v>
                </c:pt>
                <c:pt idx="1">
                  <c:v>0.64000000000000057</c:v>
                </c:pt>
                <c:pt idx="2">
                  <c:v>0.60000000000000142</c:v>
                </c:pt>
                <c:pt idx="3">
                  <c:v>0.40000000000000036</c:v>
                </c:pt>
                <c:pt idx="4">
                  <c:v>0.38000000000000078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77A-4324-96D4-15B0F84BCA48}"/>
            </c:ext>
          </c:extLst>
        </c:ser>
        <c:ser>
          <c:idx val="4"/>
          <c:order val="4"/>
          <c:spPr>
            <a:solidFill>
              <a:srgbClr val="9DB1CF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5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6-177A-4324-96D4-15B0F84BCA48}"/>
              </c:ext>
            </c:extLst>
          </c:dPt>
          <c:dLbls>
            <c:dLbl>
              <c:idx val="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Sheet1!$A$5:$E$5</c:f>
              <c:numCache>
                <c:formatCode>General</c:formatCode>
                <c:ptCount val="5"/>
                <c:pt idx="0">
                  <c:v>0.39999999999999858</c:v>
                </c:pt>
                <c:pt idx="1">
                  <c:v>0.39999999999999858</c:v>
                </c:pt>
                <c:pt idx="2">
                  <c:v>0.37999999999999901</c:v>
                </c:pt>
                <c:pt idx="3">
                  <c:v>3.0200000000000014</c:v>
                </c:pt>
                <c:pt idx="4">
                  <c:v>3.2000000000000011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177A-4324-96D4-15B0F84BCA48}"/>
            </c:ext>
          </c:extLst>
        </c:ser>
        <c:ser>
          <c:idx val="5"/>
          <c:order val="5"/>
          <c:spPr>
            <a:solidFill>
              <a:srgbClr val="C3CFE1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8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DFE5E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9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177A-4324-96D4-15B0F84BCA48}"/>
                </c:ext>
              </c:extLst>
            </c:dLbl>
            <c:dLbl>
              <c:idx val="3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177A-4324-96D4-15B0F84BCA48}"/>
                </c:ext>
              </c:extLst>
            </c:dLbl>
            <c:dLbl>
              <c:idx val="4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Sheet1!$A$6:$E$6</c:f>
              <c:numCache>
                <c:formatCode>General</c:formatCode>
                <c:ptCount val="5"/>
                <c:pt idx="0">
                  <c:v>3.5500000000000007</c:v>
                </c:pt>
                <c:pt idx="1">
                  <c:v>3.379999999999999</c:v>
                </c:pt>
                <c:pt idx="2">
                  <c:v>3.1999999999999993</c:v>
                </c:pt>
                <c:pt idx="3">
                  <c:v>1.7800000000000011</c:v>
                </c:pt>
                <c:pt idx="4">
                  <c:v>1.5199999999999996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177A-4324-96D4-15B0F84BCA48}"/>
            </c:ext>
          </c:extLst>
        </c:ser>
        <c:ser>
          <c:idx val="6"/>
          <c:order val="6"/>
          <c:spPr>
            <a:solidFill>
              <a:srgbClr val="DFE5EF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E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F-177A-4324-96D4-15B0F84BCA48}"/>
              </c:ext>
            </c:extLst>
          </c:dPt>
          <c:dLbls>
            <c:dLbl>
              <c:idx val="1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177A-4324-96D4-15B0F84BCA48}"/>
                </c:ext>
              </c:extLst>
            </c:dLbl>
            <c:dLbl>
              <c:idx val="2"/>
              <c:layout>
                <c:manualLayout>
                  <c:x val="-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Sheet1!$A$7:$E$7</c:f>
              <c:numCache>
                <c:formatCode>General</c:formatCode>
                <c:ptCount val="5"/>
                <c:pt idx="0">
                  <c:v>1.2699999999999996</c:v>
                </c:pt>
                <c:pt idx="1">
                  <c:v>1.5199999999999996</c:v>
                </c:pt>
                <c:pt idx="2">
                  <c:v>1.4600000000000009</c:v>
                </c:pt>
                <c:pt idx="3">
                  <c:v>0.19000000000000128</c:v>
                </c:pt>
                <c:pt idx="4">
                  <c:v>7.9999999999998295E-2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177A-4324-96D4-15B0F84BCA48}"/>
            </c:ext>
          </c:extLst>
        </c:ser>
        <c:ser>
          <c:idx val="7"/>
          <c:order val="7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3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4-177A-4324-96D4-15B0F84BCA48}"/>
              </c:ext>
            </c:extLst>
          </c:dPt>
          <c:dLbls>
            <c:dLbl>
              <c:idx val="3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177A-4324-96D4-15B0F84BCA48}"/>
                </c:ext>
              </c:extLst>
            </c:dLbl>
            <c:dLbl>
              <c:idx val="4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Sheet1!$A$8:$E$8</c:f>
              <c:numCache>
                <c:formatCode>General</c:formatCode>
                <c:ptCount val="5"/>
                <c:pt idx="0">
                  <c:v>0.76000000000000156</c:v>
                </c:pt>
                <c:pt idx="1">
                  <c:v>0.57000000000000028</c:v>
                </c:pt>
                <c:pt idx="2">
                  <c:v>0.37999999999999901</c:v>
                </c:pt>
                <c:pt idx="3">
                  <c:v>8.34</c:v>
                </c:pt>
                <c:pt idx="4">
                  <c:v>7.8999999999999986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5-177A-4324-96D4-15B0F84BCA48}"/>
            </c:ext>
          </c:extLst>
        </c:ser>
        <c:ser>
          <c:idx val="8"/>
          <c:order val="8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6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7-177A-4324-96D4-15B0F84BCA48}"/>
              </c:ext>
            </c:extLst>
          </c:dPt>
          <c:dLbls>
            <c:dLbl>
              <c:idx val="0"/>
              <c:layout>
                <c:manualLayout>
                  <c:x val="0"/>
                  <c:y val="-3.4928396786587494E-4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8-177A-4324-96D4-15B0F84BCA48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9-177A-4324-96D4-15B0F84BCA48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A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Sheet1!$A$9:$E$9</c:f>
              <c:numCache>
                <c:formatCode>General</c:formatCode>
                <c:ptCount val="5"/>
                <c:pt idx="0">
                  <c:v>8.7799999999999976</c:v>
                </c:pt>
                <c:pt idx="1">
                  <c:v>9.2100000000000009</c:v>
                </c:pt>
                <c:pt idx="2">
                  <c:v>8.7799999999999976</c:v>
                </c:pt>
                <c:pt idx="3">
                  <c:v>3.0000000000001137E-2</c:v>
                </c:pt>
                <c:pt idx="4">
                  <c:v>3.0000000000001137E-2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B-177A-4324-96D4-15B0F84BCA48}"/>
            </c:ext>
          </c:extLst>
        </c:ser>
        <c:ser>
          <c:idx val="9"/>
          <c:order val="9"/>
          <c:spPr>
            <a:solidFill>
              <a:schemeClr val="accent4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C-177A-4324-96D4-15B0F84BCA48}"/>
              </c:ext>
            </c:extLst>
          </c:dPt>
          <c:dPt>
            <c:idx val="4"/>
            <c:invertIfNegative val="0"/>
            <c:bubble3D val="0"/>
            <c:spPr>
              <a:solidFill>
                <a:srgbClr val="00777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2D-177A-4324-96D4-15B0F84BCA48}"/>
              </c:ext>
            </c:extLst>
          </c:dPt>
          <c:dLbls>
            <c:dLbl>
              <c:idx val="3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C-177A-4324-96D4-15B0F84BCA48}"/>
                </c:ext>
              </c:extLst>
            </c:dLbl>
            <c:dLbl>
              <c:idx val="4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D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Sheet1!$A$10:$E$10</c:f>
              <c:numCache>
                <c:formatCode>General</c:formatCode>
                <c:ptCount val="5"/>
                <c:pt idx="0">
                  <c:v>0.13000000000000256</c:v>
                </c:pt>
                <c:pt idx="1">
                  <c:v>0.10000000000000142</c:v>
                </c:pt>
                <c:pt idx="2">
                  <c:v>7.9999999999998295E-2</c:v>
                </c:pt>
                <c:pt idx="3">
                  <c:v>3</c:v>
                </c:pt>
                <c:pt idx="4">
                  <c:v>2.8000000000000007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E-177A-4324-96D4-15B0F84BCA48}"/>
            </c:ext>
          </c:extLst>
        </c:ser>
        <c:ser>
          <c:idx val="10"/>
          <c:order val="10"/>
          <c:spPr>
            <a:solidFill>
              <a:srgbClr val="007770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F-177A-4324-96D4-15B0F84BCA48}"/>
                </c:ext>
              </c:extLst>
            </c:dLbl>
            <c:dLbl>
              <c:idx val="2"/>
              <c:layout>
                <c:manualLayout>
                  <c:x val="1.4080050624901124E-2"/>
                  <c:y val="0"/>
                </c:manualLayout>
              </c:layout>
              <c:numFmt formatCode="#,##0.0;&quot;-&quot;#,##0.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0-177A-4324-96D4-15B0F84BCA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Sheet1!$A$11:$E$11</c:f>
              <c:numCache>
                <c:formatCode>General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2.2999999999999972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1-177A-4324-96D4-15B0F84BCA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0"/>
        <c:overlap val="100"/>
        <c:axId val="882177311"/>
        <c:axId val="1"/>
      </c:barChart>
      <c:catAx>
        <c:axId val="8821773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FFFFFF"/>
            </a:solidFill>
            <a:prstDash val="solid"/>
          </a:ln>
        </c:spPr>
        <c:crossAx val="8821773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11.41</c:v>
                </c:pt>
                <c:pt idx="1">
                  <c:v>11.41</c:v>
                </c:pt>
                <c:pt idx="2">
                  <c:v>10.84</c:v>
                </c:pt>
                <c:pt idx="3">
                  <c:v>11.41</c:v>
                </c:pt>
                <c:pt idx="4">
                  <c:v>10.84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30C3E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Sheet1!$C$2:$C$6</c:f>
              <c:numCache>
                <c:formatCode>0.0</c:formatCode>
                <c:ptCount val="5"/>
                <c:pt idx="0">
                  <c:v>11.07</c:v>
                </c:pt>
                <c:pt idx="1">
                  <c:v>8.3</c:v>
                </c:pt>
                <c:pt idx="2">
                  <c:v>5.53</c:v>
                </c:pt>
                <c:pt idx="3">
                  <c:v>1.7</c:v>
                </c:pt>
                <c:pt idx="4">
                  <c:v>1.59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364D6E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Sheet1!$D$2:$D$6</c:f>
              <c:numCache>
                <c:formatCode>0.0</c:formatCode>
                <c:ptCount val="5"/>
                <c:pt idx="0">
                  <c:v>2.12</c:v>
                </c:pt>
                <c:pt idx="1">
                  <c:v>2.01</c:v>
                </c:pt>
                <c:pt idx="2">
                  <c:v>1.91</c:v>
                </c:pt>
                <c:pt idx="3">
                  <c:v>0.14</c:v>
                </c:pt>
                <c:pt idx="4">
                  <c:v>0.07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6F8DB9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Sheet1!$E$2:$E$6</c:f>
              <c:numCache>
                <c:formatCode>0.0</c:formatCode>
                <c:ptCount val="5"/>
                <c:pt idx="0">
                  <c:v>0.71</c:v>
                </c:pt>
                <c:pt idx="1">
                  <c:v>0.64</c:v>
                </c:pt>
                <c:pt idx="2">
                  <c:v>0.6</c:v>
                </c:pt>
                <c:pt idx="3">
                  <c:v>0.4</c:v>
                </c:pt>
                <c:pt idx="4">
                  <c:v>0.38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9DB1CF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Sheet1!$F$2:$F$6</c:f>
              <c:numCache>
                <c:formatCode>0.0</c:formatCode>
                <c:ptCount val="5"/>
                <c:pt idx="0">
                  <c:v>0.4</c:v>
                </c:pt>
                <c:pt idx="1">
                  <c:v>0.4</c:v>
                </c:pt>
                <c:pt idx="2">
                  <c:v>0.38</c:v>
                </c:pt>
                <c:pt idx="3">
                  <c:v>3.02</c:v>
                </c:pt>
                <c:pt idx="4">
                  <c:v>3.2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3CFE1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Sheet1!$G$2:$G$6</c:f>
              <c:numCache>
                <c:formatCode>0.0</c:formatCode>
                <c:ptCount val="5"/>
                <c:pt idx="0">
                  <c:v>3.55</c:v>
                </c:pt>
                <c:pt idx="1">
                  <c:v>3.38</c:v>
                </c:pt>
                <c:pt idx="2">
                  <c:v>3.2</c:v>
                </c:pt>
                <c:pt idx="3">
                  <c:v>1.78</c:v>
                </c:pt>
                <c:pt idx="4">
                  <c:v>1.52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DFE5EF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Sheet1!$H$2:$H$6</c:f>
              <c:numCache>
                <c:formatCode>0.0</c:formatCode>
                <c:ptCount val="5"/>
                <c:pt idx="0">
                  <c:v>1.27</c:v>
                </c:pt>
                <c:pt idx="1">
                  <c:v>1.52</c:v>
                </c:pt>
                <c:pt idx="2">
                  <c:v>1.46</c:v>
                </c:pt>
                <c:pt idx="3">
                  <c:v>0.19</c:v>
                </c:pt>
                <c:pt idx="4">
                  <c:v>0.08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/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Sheet1!$I$2:$I$6</c:f>
              <c:numCache>
                <c:formatCode>0.0</c:formatCode>
                <c:ptCount val="5"/>
                <c:pt idx="0">
                  <c:v>0.76</c:v>
                </c:pt>
                <c:pt idx="1">
                  <c:v>0.57</c:v>
                </c:pt>
                <c:pt idx="2">
                  <c:v>0.38</c:v>
                </c:pt>
                <c:pt idx="3">
                  <c:v>8.34</c:v>
                </c:pt>
                <c:pt idx="4">
                  <c:v>7.9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/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Sheet1!$J$2:$J$6</c:f>
              <c:numCache>
                <c:formatCode>0.0</c:formatCode>
                <c:ptCount val="5"/>
                <c:pt idx="0">
                  <c:v>8.78</c:v>
                </c:pt>
                <c:pt idx="1">
                  <c:v>9.21</c:v>
                </c:pt>
                <c:pt idx="2">
                  <c:v>8.78</c:v>
                </c:pt>
                <c:pt idx="3">
                  <c:v>0.03</c:v>
                </c:pt>
                <c:pt idx="4">
                  <c:v>0.03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/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Sheet1!$K$2:$K$6</c:f>
              <c:numCache>
                <c:formatCode>0.0</c:formatCode>
                <c:ptCount val="5"/>
                <c:pt idx="0">
                  <c:v>0.13</c:v>
                </c:pt>
                <c:pt idx="1">
                  <c:v>0.1</c:v>
                </c:pt>
                <c:pt idx="2">
                  <c:v>0.08</c:v>
                </c:pt>
                <c:pt idx="3">
                  <c:v>3.0</c:v>
                </c:pt>
                <c:pt idx="4">
                  <c:v>2.8</c:v>
                </c:pt>
              </c:numCache>
            </c:numRef>
          </c:val>
        </c:ser>
        <c:ser>
          <c:idx val="10"/>
          <c:order val="10"/>
          <c:tx>
            <c:strRef>
              <c:f>Sheet1!$L$1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7770"/>
            </a:solidFill>
            <a:ln w="6350">
              <a:solidFill>
                <a:srgbClr val="000000"/>
              </a:solidFill>
            </a:ln>
          </c:spPr>
          <c:invertIfNegative val="0"/>
          <c:dLbls>
            <c:txPr>
              <a:bodyPr rot="0" spcFirstLastPara="1" vertOverflow="ellipsis" wrap="square" anchor="ctr" anchorCtr="1"/>
              <a:lstStyle/>
              <a:p>
                <a:pPr>
                  <a:defRPr sz="9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Sheet1!$L$2:$L$6</c:f>
              <c:numCache>
                <c:formatCode>0.0</c:formatCode>
                <c:ptCount val="5"/>
                <c:pt idx="0">
                  <c:v>0.0</c:v>
                </c:pt>
                <c:pt idx="1">
                  <c:v>2.5</c:v>
                </c:pt>
                <c:pt idx="2">
                  <c:v>2.3</c:v>
                </c:pt>
              </c:numCache>
            </c:numRef>
          </c:val>
        </c:ser>
        <c:gapWidth val="2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222222"/>
        <c:crosses val="autoZero"/>
        <c:auto val="1"/>
        <c:lblAlgn val="ctr"/>
        <c:lblOffset val="100"/>
        <c:noMultiLvlLbl val="0"/>
      </c:catAx>
      <c:valAx>
        <c:axId val="222222222"/>
        <c:scaling>
          <c:orientation val="minMax"/>
          <c:max val="50"/>
          <c:min val="0"/>
        </c:scaling>
        <c:delete val="0"/>
        <c:axPos val="l"/>
        <c:numFmt formatCode="General" sourceLinked="0"/>
        <c:majorTickMark val="none"/>
        <c:minorTickMark val="none"/>
        <c:tickLblPos val="none"/>
        <c:txPr>
          <a:bodyPr rot="0" spcFirstLastPara="1" vertOverflow="ellipsis" wrap="square" anchor="ctr" anchorCtr="1"/>
          <a:lstStyle/>
          <a:p>
            <a:pPr>
              <a:defRPr sz="9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11111111"/>
        <c:crosses val="autoZero"/>
        <c:crossBetween val="between"/>
      </c:valAx>
    </c:plotArea>
    <c:plotVisOnly val="1"/>
    <c:dispBlanksAs val="gap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2612"/>
          </a:xfrm>
          <a:prstGeom prst="rect">
            <a:avLst/>
          </a:prstGeom>
        </p:spPr>
        <p:txBody>
          <a:bodyPr vert="horz" lIns="92307" tIns="46153" rIns="92307" bIns="46153" rtlCol="0"/>
          <a:lstStyle>
            <a:lvl1pPr algn="r">
              <a:defRPr sz="1200"/>
            </a:lvl1pPr>
          </a:lstStyle>
          <a:p>
            <a:fld id="{8ACBDEED-51C7-9D44-8B0E-E5493C8A1496}" type="datetimeFigureOut">
              <a:rPr lang="en-US">
                <a:latin typeface="Arial" panose="020B0604020202020204" pitchFamily="34" charset="0"/>
              </a:rPr>
              <a:t>5/15/2026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1"/>
            <a:ext cx="3004820" cy="462611"/>
          </a:xfrm>
          <a:prstGeom prst="rect">
            <a:avLst/>
          </a:prstGeom>
        </p:spPr>
        <p:txBody>
          <a:bodyPr vert="horz" lIns="92307" tIns="46153" rIns="92307" bIns="46153" rtlCol="0" anchor="b"/>
          <a:lstStyle>
            <a:lvl1pPr algn="r">
              <a:defRPr sz="1200"/>
            </a:lvl1pPr>
          </a:lstStyle>
          <a:p>
            <a:fld id="{89B20CC8-1D49-1F4A-B7DF-0C6E98397D09}" type="slidenum">
              <a:rPr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29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3080" y="5640670"/>
            <a:ext cx="7776391" cy="473423"/>
          </a:xfrm>
        </p:spPr>
        <p:txBody>
          <a:bodyPr anchor="t"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Date (16 PT)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3429000"/>
            <a:ext cx="0" cy="136506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0" y="3260838"/>
            <a:ext cx="7776399" cy="21621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Title (36 PT)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453080" y="743907"/>
            <a:ext cx="11230920" cy="1637662"/>
            <a:chOff x="588922" y="596464"/>
            <a:chExt cx="10697007" cy="1559809"/>
          </a:xfrm>
        </p:grpSpPr>
        <p:pic>
          <p:nvPicPr>
            <p:cNvPr id="5" name="Graphic 4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8922" y="596464"/>
              <a:ext cx="7799041" cy="1559809"/>
            </a:xfrm>
            <a:prstGeom prst="rect">
              <a:avLst/>
            </a:prstGeom>
          </p:spPr>
        </p:pic>
        <p:pic>
          <p:nvPicPr>
            <p:cNvPr id="6" name="Graphic 5"/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80882" y="913377"/>
              <a:ext cx="2305047" cy="914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712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7" name="Text Placeholder 26"/>
          <p:cNvSpPr>
            <a:spLocks noGrp="1"/>
          </p:cNvSpPr>
          <p:nvPr>
            <p:ph type="body" sz="quarter" idx="11" hasCustomPrompt="1"/>
          </p:nvPr>
        </p:nvSpPr>
        <p:spPr>
          <a:xfrm>
            <a:off x="453082" y="2383743"/>
            <a:ext cx="9153537" cy="21052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Section Divider Title (36 PT)</a:t>
            </a:r>
          </a:p>
        </p:txBody>
      </p:sp>
      <p:sp>
        <p:nvSpPr>
          <p:cNvPr id="8" name="Text Placeholder 26"/>
          <p:cNvSpPr>
            <a:spLocks noGrp="1"/>
          </p:cNvSpPr>
          <p:nvPr>
            <p:ph type="body" sz="quarter" idx="12" hasCustomPrompt="1"/>
          </p:nvPr>
        </p:nvSpPr>
        <p:spPr>
          <a:xfrm>
            <a:off x="453082" y="4715093"/>
            <a:ext cx="9153537" cy="499503"/>
          </a:xfr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None/>
              <a:tabLst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Subsections / Headline Paragraph (16 PT)</a:t>
            </a:r>
          </a:p>
        </p:txBody>
      </p: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  <p:sp>
        <p:nvSpPr>
          <p:cNvPr id="2" name="TextBox 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accent4"/>
                </a:solidFill>
              </a:rPr>
              <a:pPr algn="ctr"/>
              <a:t>‹#›</a:t>
            </a:fld>
            <a:endParaRPr lang="en-US" sz="8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049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% Bloc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0" y="0"/>
            <a:ext cx="6096000" cy="64007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838" y="566400"/>
            <a:ext cx="5181827" cy="56692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5460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5" hasCustomPrompt="1"/>
          </p:nvPr>
        </p:nvSpPr>
        <p:spPr>
          <a:xfrm>
            <a:off x="6552217" y="1424682"/>
            <a:ext cx="5182583" cy="4712658"/>
          </a:xfrm>
        </p:spPr>
        <p:txBody>
          <a:bodyPr/>
          <a:lstStyle/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55460" y="1424682"/>
            <a:ext cx="5181827" cy="4712657"/>
          </a:xfrm>
        </p:spPr>
        <p:txBody>
          <a:bodyPr/>
          <a:lstStyle>
            <a:lvl1pPr>
              <a:buClr>
                <a:schemeClr val="bg2"/>
              </a:buCl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Content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69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2701" y="263452"/>
            <a:ext cx="487483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Category / Description (10 PT)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3079" y="566400"/>
            <a:ext cx="11282099" cy="5669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 (20 PT)</a:t>
            </a:r>
          </a:p>
        </p:txBody>
      </p:sp>
    </p:spTree>
    <p:extLst>
      <p:ext uri="{BB962C8B-B14F-4D97-AF65-F5344CB8AC3E}">
        <p14:creationId xmlns:p14="http://schemas.microsoft.com/office/powerpoint/2010/main" val="366529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/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1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Gloss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435E64-C67E-B7D2-F1D2-3FF5E4CADA9A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290092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04" imgH="405" progId="TCLayout.ActiveDocument.1">
                  <p:embed/>
                </p:oleObj>
              </mc:Choice>
              <mc:Fallback>
                <p:oleObj name="think-cell Slide" r:id="rId9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702" y="566399"/>
            <a:ext cx="11282100" cy="566919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Click to edit Master Title (20 PT)</a:t>
            </a:r>
            <a:br>
              <a:rPr lang="en-US"/>
            </a:br>
            <a:br>
              <a:rPr lang="en-US"/>
            </a:br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6400800"/>
            <a:ext cx="12192000" cy="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/>
          <p:cNvSpPr>
            <a:spLocks noGrp="1"/>
          </p:cNvSpPr>
          <p:nvPr>
            <p:ph type="body" idx="1"/>
          </p:nvPr>
        </p:nvSpPr>
        <p:spPr>
          <a:xfrm>
            <a:off x="452701" y="1424682"/>
            <a:ext cx="11282099" cy="471265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 (12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4220848" y="6521083"/>
            <a:ext cx="37503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SARONIC PROPRIETARY AND CONFIDENTIAL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24460" y="6567249"/>
            <a:ext cx="46753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F8FBCD80-1BA2-9C4B-8FD8-FBEEFF13001D}" type="slidenum">
              <a:rPr lang="en-US" sz="800" smtClean="0">
                <a:solidFill>
                  <a:schemeClr val="tx2"/>
                </a:solidFill>
              </a:rPr>
              <a:pPr algn="ctr"/>
              <a:t>‹#›</a:t>
            </a:fld>
            <a:endParaRPr lang="en-US" sz="800">
              <a:solidFill>
                <a:schemeClr val="tx2"/>
              </a:solidFill>
            </a:endParaRPr>
          </a:p>
        </p:txBody>
      </p:sp>
      <p:cxnSp>
        <p:nvCxnSpPr>
          <p:cNvPr id="20" name="Straight Connector 19"/>
          <p:cNvCxnSpPr>
            <a:cxnSpLocks/>
          </p:cNvCxnSpPr>
          <p:nvPr userDrawn="1"/>
        </p:nvCxnSpPr>
        <p:spPr>
          <a:xfrm>
            <a:off x="457193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cxnSpLocks/>
          </p:cNvCxnSpPr>
          <p:nvPr userDrawn="1"/>
        </p:nvCxnSpPr>
        <p:spPr>
          <a:xfrm>
            <a:off x="11724461" y="6400800"/>
            <a:ext cx="0" cy="457200"/>
          </a:xfrm>
          <a:prstGeom prst="line">
            <a:avLst/>
          </a:prstGeom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Graphic 2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5439" y="6477927"/>
            <a:ext cx="226315" cy="30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7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54" r:id="rId2"/>
    <p:sldLayoutId id="2147483658" r:id="rId3"/>
    <p:sldLayoutId id="2147483661" r:id="rId4"/>
    <p:sldLayoutId id="2147483691" r:id="rId5"/>
    <p:sldLayoutId id="2147483696" r:id="rId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650" indent="-120650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233363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120000"/>
        <a:buFont typeface="Arial" panose="020B0604020202020204" pitchFamily="34" charset="0"/>
        <a:buChar char="-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350838" indent="-117475" algn="l" defTabSz="914400" rtl="0" eaLnBrk="1" latinLnBrk="0" hangingPunct="1">
        <a:lnSpc>
          <a:spcPct val="100000"/>
        </a:lnSpc>
        <a:spcBef>
          <a:spcPts val="800"/>
        </a:spcBef>
        <a:buClr>
          <a:schemeClr val="tx2"/>
        </a:buClr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463550" indent="-111125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573088" indent="-109538" algn="l" defTabSz="914400" rtl="0" eaLnBrk="1" latinLnBrk="0" hangingPunct="1">
        <a:lnSpc>
          <a:spcPct val="100000"/>
        </a:lnSpc>
        <a:spcBef>
          <a:spcPts val="800"/>
        </a:spcBef>
        <a:buSzPct val="90000"/>
        <a:buFont typeface="Wingdings" pitchFamily="2" charset="2"/>
        <a:buChar char="§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"/>
          <p:cNvGraphicFramePr/>
          <p:nvPr/>
        </p:nvGraphicFramePr>
        <p:xfrm>
          <a:off x="369888" y="1566863"/>
          <a:ext cx="10034587" cy="4545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"/>
          <p:cNvGraphicFramePr/>
          <p:nvPr/>
        </p:nvGraphicFramePr>
        <p:xfrm>
          <a:off x="369888" y="1566863"/>
          <a:ext cx="10034587" cy="4545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aronic Theme">
  <a:themeElements>
    <a:clrScheme name="Saronic">
      <a:dk1>
        <a:srgbClr val="162029"/>
      </a:dk1>
      <a:lt1>
        <a:srgbClr val="FFFFFF"/>
      </a:lt1>
      <a:dk2>
        <a:srgbClr val="44505C"/>
      </a:dk2>
      <a:lt2>
        <a:srgbClr val="F2F6FA"/>
      </a:lt2>
      <a:accent1>
        <a:srgbClr val="79838F"/>
      </a:accent1>
      <a:accent2>
        <a:srgbClr val="1D4D68"/>
      </a:accent2>
      <a:accent3>
        <a:srgbClr val="486D82"/>
      </a:accent3>
      <a:accent4>
        <a:srgbClr val="89A2B0"/>
      </a:accent4>
      <a:accent5>
        <a:srgbClr val="AFC2CC"/>
      </a:accent5>
      <a:accent6>
        <a:srgbClr val="D8E3EB"/>
      </a:accent6>
      <a:hlink>
        <a:srgbClr val="1D4D68"/>
      </a:hlink>
      <a:folHlink>
        <a:srgbClr val="89A2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7799b1f-9a79-4131-92f4-d7e1a1e8fbf9}" enabled="0" method="" siteId="{97799b1f-9a79-4131-92f4-d7e1a1e8fb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proto</Application>
  <PresentationFormat>Widescreen</PresentationFormat>
  <Slides>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chart proto</dc:title>
  <dc:creator>proto</dc:creator>
  <cp:lastModifiedBy>proto</cp:lastModifiedBy>
  <cp:revision>1</cp:revision>
  <dcterms:created xsi:type="dcterms:W3CDTF">2026-06-24T12:38:46Z</dcterms:created>
  <dcterms:modified xsi:type="dcterms:W3CDTF">2026-06-24T12:38:46Z</dcterms:modified>
</cp:coreProperties>
</file>