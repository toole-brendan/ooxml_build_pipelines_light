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charts/chart3.xml" ContentType="application/vnd.openxmlformats-officedocument.drawingml.chart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charts/chart4.xml" ContentType="application/vnd.openxmlformats-officedocument.drawingml.chart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charts/chart5.xml" ContentType="application/vnd.openxmlformats-officedocument.drawingml.chart+xml"/>
  <Override PartName="/ppt/tags/tag268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82" r:id="rId5"/>
    <p:sldId id="289" r:id="rId6"/>
    <p:sldId id="287" r:id="rId7"/>
    <p:sldId id="288" r:id="rId8"/>
    <p:sldId id="291" r:id="rId9"/>
    <p:sldId id="290" r:id="rId10"/>
  </p:sldIdLst>
  <p:sldSz cx="12192000" cy="6858000"/>
  <p:notesSz cx="6934200" cy="92202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B8A57"/>
    <a:srgbClr val="1442E1"/>
    <a:srgbClr val="1B57F5"/>
    <a:srgbClr val="2972FF"/>
    <a:srgbClr val="A1A1A1"/>
    <a:srgbClr val="599EFF"/>
    <a:srgbClr val="8EC1FF"/>
    <a:srgbClr val="BEBEBE"/>
    <a:srgbClr val="6E9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1FDA8-7EF8-EDF6-FBE1-DD6E4FD2FBE5}" v="25" dt="2026-06-09T23:55:35.571"/>
    <p1510:client id="{312A5410-7DAD-4523-823B-30870972FF79}" v="80198" dt="2026-06-10T22:07:53.575"/>
    <p1510:client id="{3500E410-BB10-48DE-9130-7E0556308FD8}" v="116105" dt="2026-06-10T23:45:57.841"/>
    <p1510:client id="{81B78321-D4DC-C289-58DF-56A26B00CC3E}" v="103" dt="2026-06-10T12:01:10.8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0057803468208091E-2"/>
          <c:y val="5.2052785923753668E-2"/>
          <c:w val="0.93988439306358385"/>
          <c:h val="0.89589442815249265"/>
        </c:manualLayout>
      </c:layout>
      <c:barChart>
        <c:barDir val="bar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470-4C54-B7A9-5CE2E3705EEB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470-4C54-B7A9-5CE2E3705EEB}"/>
              </c:ext>
            </c:extLst>
          </c:dPt>
          <c:dPt>
            <c:idx val="6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470-4C54-B7A9-5CE2E3705EEB}"/>
              </c:ext>
            </c:extLst>
          </c:dPt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470-4C54-B7A9-5CE2E3705EEB}"/>
                </c:ext>
              </c:extLst>
            </c:dLbl>
            <c:dLbl>
              <c:idx val="6"/>
              <c:layout>
                <c:manualLayout>
                  <c:x val="0.10809248554913295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470-4C54-B7A9-5CE2E3705E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36.592092200000003</c:v>
                </c:pt>
                <c:pt idx="1">
                  <c:v>24.866334960000003</c:v>
                </c:pt>
                <c:pt idx="2">
                  <c:v>22.590654890000003</c:v>
                </c:pt>
                <c:pt idx="3">
                  <c:v>22.590654890000003</c:v>
                </c:pt>
                <c:pt idx="4">
                  <c:v>6.4217296800000021</c:v>
                </c:pt>
                <c:pt idx="6">
                  <c:v>6.4217296800000057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470-4C54-B7A9-5CE2E3705EEB}"/>
            </c:ext>
          </c:extLst>
        </c:ser>
        <c:ser>
          <c:idx val="1"/>
          <c:order val="1"/>
          <c:spPr>
            <a:solidFill>
              <a:schemeClr val="accent3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F470-4C54-B7A9-5CE2E3705EE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470-4C54-B7A9-5CE2E3705EEB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F470-4C54-B7A9-5CE2E3705EEB}"/>
              </c:ext>
            </c:extLst>
          </c:dPt>
          <c:dLbls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F470-4C54-B7A9-5CE2E3705EEB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F470-4C54-B7A9-5CE2E3705EEB}"/>
                </c:ext>
              </c:extLst>
            </c:dLbl>
            <c:dLbl>
              <c:idx val="4"/>
              <c:layout>
                <c:manualLayout>
                  <c:x val="-5.7803468208092489E-4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F470-4C54-B7A9-5CE2E3705E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Sheet1!$A$2:$G$2</c:f>
              <c:numCache>
                <c:formatCode>General</c:formatCode>
                <c:ptCount val="7"/>
                <c:pt idx="0">
                  <c:v>1.0423299999999998</c:v>
                </c:pt>
                <c:pt idx="1">
                  <c:v>12.76808724</c:v>
                </c:pt>
                <c:pt idx="2">
                  <c:v>2.2756800699999999</c:v>
                </c:pt>
                <c:pt idx="4">
                  <c:v>16.168925210000001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470-4C54-B7A9-5CE2E3705E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75489231"/>
        <c:axId val="1"/>
      </c:barChart>
      <c:catAx>
        <c:axId val="675489231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7.634422200000003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67548923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0057803468208091E-2"/>
          <c:y val="5.2052785923753668E-2"/>
          <c:w val="0.93988439306358385"/>
          <c:h val="0.89589442815249265"/>
        </c:manualLayout>
      </c:layout>
      <c:barChart>
        <c:barDir val="bar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D0E-4053-98A3-9A79FB46A0C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D0E-4053-98A3-9A79FB46A0C2}"/>
              </c:ext>
            </c:extLst>
          </c:dPt>
          <c:dPt>
            <c:idx val="6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2D0E-4053-98A3-9A79FB46A0C2}"/>
              </c:ext>
            </c:extLst>
          </c:dPt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D0E-4053-98A3-9A79FB46A0C2}"/>
                </c:ext>
              </c:extLst>
            </c:dLbl>
            <c:dLbl>
              <c:idx val="3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D0E-4053-98A3-9A79FB46A0C2}"/>
                </c:ext>
              </c:extLst>
            </c:dLbl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2D0E-4053-98A3-9A79FB46A0C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90.223471970000006</c:v>
                </c:pt>
                <c:pt idx="1">
                  <c:v>71.05496661892461</c:v>
                </c:pt>
                <c:pt idx="2">
                  <c:v>60.565462798924614</c:v>
                </c:pt>
                <c:pt idx="3">
                  <c:v>60.565462798924614</c:v>
                </c:pt>
                <c:pt idx="4">
                  <c:v>18.133846531924611</c:v>
                </c:pt>
                <c:pt idx="6">
                  <c:v>18.133846531924611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D0E-4053-98A3-9A79FB46A0C2}"/>
            </c:ext>
          </c:extLst>
        </c:ser>
        <c:ser>
          <c:idx val="1"/>
          <c:order val="1"/>
          <c:spPr>
            <a:solidFill>
              <a:schemeClr val="accent3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2D0E-4053-98A3-9A79FB46A0C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D0E-4053-98A3-9A79FB46A0C2}"/>
              </c:ext>
            </c:extLst>
          </c:dPt>
          <c:dLbls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2D0E-4053-98A3-9A79FB46A0C2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2D0E-4053-98A3-9A79FB46A0C2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2D0E-4053-98A3-9A79FB46A0C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Sheet1!$A$2:$G$2</c:f>
              <c:numCache>
                <c:formatCode>General</c:formatCode>
                <c:ptCount val="7"/>
                <c:pt idx="1">
                  <c:v>19.168505351075396</c:v>
                </c:pt>
                <c:pt idx="2">
                  <c:v>10.489503819999996</c:v>
                </c:pt>
                <c:pt idx="4">
                  <c:v>42.431616267000003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D0E-4053-98A3-9A79FB46A0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909047344"/>
        <c:axId val="1"/>
      </c:barChart>
      <c:catAx>
        <c:axId val="190904734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0.223471970000006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090473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5557586837294336E-2"/>
          <c:y val="5.1226551226551224E-2"/>
          <c:w val="0.8954296160877514"/>
          <c:h val="0.8975468975468975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665-4FA8-815B-9889E44652B1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665-4FA8-815B-9889E44652B1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665-4FA8-815B-9889E44652B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0.68784013200000005</c:v>
                </c:pt>
                <c:pt idx="1">
                  <c:v>2.0152642570000001</c:v>
                </c:pt>
                <c:pt idx="2">
                  <c:v>3.5796119719999999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665-4FA8-815B-9889E44652B1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665-4FA8-815B-9889E44652B1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665-4FA8-815B-9889E44652B1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E665-4FA8-815B-9889E44652B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0.60391566499999993</c:v>
                </c:pt>
                <c:pt idx="1">
                  <c:v>0.91896297599999999</c:v>
                </c:pt>
                <c:pt idx="2">
                  <c:v>2.7926330600000004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665-4FA8-815B-9889E44652B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-4.1316270566727605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E665-4FA8-815B-9889E44652B1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E665-4FA8-815B-9889E44652B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0.37146878000000005</c:v>
                </c:pt>
                <c:pt idx="1">
                  <c:v>0.69112669100000002</c:v>
                </c:pt>
                <c:pt idx="2">
                  <c:v>2.9251053250000005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665-4FA8-815B-9889E44652B1}"/>
            </c:ext>
          </c:extLst>
        </c:ser>
        <c:ser>
          <c:idx val="3"/>
          <c:order val="3"/>
          <c:spPr>
            <a:solidFill>
              <a:schemeClr val="accent4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3.6075036075036075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E665-4FA8-815B-9889E44652B1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E665-4FA8-815B-9889E44652B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Sheet1!$A$4:$C$4</c:f>
              <c:numCache>
                <c:formatCode>General</c:formatCode>
                <c:ptCount val="3"/>
                <c:pt idx="0">
                  <c:v>2.2607818750000002</c:v>
                </c:pt>
                <c:pt idx="1">
                  <c:v>0.10813463999999984</c:v>
                </c:pt>
                <c:pt idx="2">
                  <c:v>0.60014579999999995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665-4FA8-815B-9889E44652B1}"/>
            </c:ext>
          </c:extLst>
        </c:ser>
        <c:ser>
          <c:idx val="4"/>
          <c:order val="4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.11078610603290677"/>
                  <c:y val="9.3795093795093799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E665-4FA8-815B-9889E44652B1}"/>
                </c:ext>
              </c:extLst>
            </c:dLbl>
            <c:dLbl>
              <c:idx val="2"/>
              <c:layout>
                <c:manualLayout>
                  <c:x val="0"/>
                  <c:y val="-3.6075036075036075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E665-4FA8-815B-9889E44652B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Sheet1!$A$5:$C$5</c:f>
              <c:numCache>
                <c:formatCode>General</c:formatCode>
                <c:ptCount val="3"/>
                <c:pt idx="0">
                  <c:v>9.6669270000000473E-3</c:v>
                </c:pt>
                <c:pt idx="1">
                  <c:v>6.8406289999999981E-2</c:v>
                </c:pt>
                <c:pt idx="2">
                  <c:v>0.89459187900000003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665-4FA8-815B-9889E44652B1}"/>
            </c:ext>
          </c:extLst>
        </c:ser>
        <c:ser>
          <c:idx val="5"/>
          <c:order val="5"/>
          <c:spPr>
            <a:solidFill>
              <a:schemeClr val="accent6"/>
            </a:solidFill>
            <a:ln>
              <a:noFill/>
            </a:ln>
          </c:spPr>
          <c:invertIfNegative val="0"/>
          <c:dLbls>
            <c:dLbl>
              <c:idx val="2"/>
              <c:layout>
                <c:manualLayout>
                  <c:x val="-4.1316270566727605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E665-4FA8-815B-9889E44652B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Sheet1!$A$6:$C$6</c:f>
              <c:numCache>
                <c:formatCode>General</c:formatCode>
                <c:ptCount val="3"/>
                <c:pt idx="0">
                  <c:v>0.14655910400000005</c:v>
                </c:pt>
                <c:pt idx="1">
                  <c:v>0.17871781699999989</c:v>
                </c:pt>
                <c:pt idx="2">
                  <c:v>0.60710954199999989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665-4FA8-815B-9889E44652B1}"/>
            </c:ext>
          </c:extLst>
        </c:ser>
        <c:ser>
          <c:idx val="6"/>
          <c:order val="6"/>
          <c:spPr>
            <a:solidFill>
              <a:schemeClr val="hlink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E665-4FA8-815B-9889E44652B1}"/>
                </c:ext>
              </c:extLst>
            </c:dLbl>
            <c:dLbl>
              <c:idx val="1"/>
              <c:layout>
                <c:manualLayout>
                  <c:x val="0.11078610603290677"/>
                  <c:y val="-9.0187590187590181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E665-4FA8-815B-9889E44652B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Sheet1!$A$7:$C$7</c:f>
              <c:numCache>
                <c:formatCode>General</c:formatCode>
                <c:ptCount val="3"/>
                <c:pt idx="0">
                  <c:v>0.98415003800000012</c:v>
                </c:pt>
                <c:pt idx="1">
                  <c:v>8.6917623000000166E-2</c:v>
                </c:pt>
                <c:pt idx="2">
                  <c:v>0.10459976900000001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665-4FA8-815B-9889E44652B1}"/>
            </c:ext>
          </c:extLst>
        </c:ser>
        <c:ser>
          <c:idx val="7"/>
          <c:order val="7"/>
          <c:spPr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c:spPr>
          <c:invertIfNegative val="0"/>
          <c:val>
            <c:numRef>
              <c:f>Sheet1!$A$8:$C$8</c:f>
              <c:numCache>
                <c:formatCode>General</c:formatCode>
                <c:ptCount val="3"/>
                <c:pt idx="0">
                  <c:v>1.3573471589999997</c:v>
                </c:pt>
                <c:pt idx="1">
                  <c:v>0.43955620699999987</c:v>
                </c:pt>
                <c:pt idx="2">
                  <c:v>2.1229626849999992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E665-4FA8-815B-9889E44652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79257615"/>
        <c:axId val="1"/>
      </c:barChart>
      <c:catAx>
        <c:axId val="6792576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4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9257615"/>
        <c:crosses val="min"/>
        <c:crossBetween val="between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3385647025253248E-2"/>
          <c:y val="9.061901723037652E-2"/>
          <c:w val="0.95919532030246824"/>
          <c:h val="0.8187619655392469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BEBEBE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DE99-4B9F-BB84-C4C51ACF453C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E99-4B9F-BB84-C4C51ACF453C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DE99-4B9F-BB84-C4C51ACF453C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E99-4B9F-BB84-C4C51ACF453C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DE99-4B9F-BB84-C4C51ACF453C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DE99-4B9F-BB84-C4C51ACF453C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DE99-4B9F-BB84-C4C51ACF453C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DE99-4B9F-BB84-C4C51ACF453C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DE99-4B9F-BB84-C4C51ACF453C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DE99-4B9F-BB84-C4C51ACF453C}"/>
              </c:ext>
            </c:extLst>
          </c:dPt>
          <c:dPt>
            <c:idx val="17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DE99-4B9F-BB84-C4C51ACF453C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DE99-4B9F-BB84-C4C51ACF453C}"/>
              </c:ext>
            </c:extLst>
          </c:dPt>
          <c:dPt>
            <c:idx val="2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C-DE99-4B9F-BB84-C4C51ACF453C}"/>
              </c:ext>
            </c:extLst>
          </c:dPt>
          <c:dPt>
            <c:idx val="21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DE99-4B9F-BB84-C4C51ACF453C}"/>
              </c:ext>
            </c:extLst>
          </c:dPt>
          <c:dPt>
            <c:idx val="2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E-DE99-4B9F-BB84-C4C51ACF453C}"/>
              </c:ext>
            </c:extLst>
          </c:dPt>
          <c:dPt>
            <c:idx val="26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DE99-4B9F-BB84-C4C51ACF453C}"/>
              </c:ext>
            </c:extLst>
          </c:dPt>
          <c:dPt>
            <c:idx val="30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0-DE99-4B9F-BB84-C4C51ACF453C}"/>
              </c:ext>
            </c:extLst>
          </c:dPt>
          <c:dPt>
            <c:idx val="34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DE99-4B9F-BB84-C4C51ACF453C}"/>
              </c:ext>
            </c:extLst>
          </c:dPt>
          <c:dPt>
            <c:idx val="38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2-DE99-4B9F-BB84-C4C51ACF453C}"/>
              </c:ext>
            </c:extLst>
          </c:dPt>
          <c:dLbls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E99-4B9F-BB84-C4C51ACF453C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E99-4B9F-BB84-C4C51ACF453C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DE99-4B9F-BB84-C4C51ACF453C}"/>
                </c:ext>
              </c:extLst>
            </c:dLbl>
            <c:dLbl>
              <c:idx val="8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DE99-4B9F-BB84-C4C51ACF453C}"/>
                </c:ext>
              </c:extLst>
            </c:dLbl>
            <c:dLbl>
              <c:idx val="9"/>
              <c:layout>
                <c:manualLayout>
                  <c:x val="0"/>
                  <c:y val="-6.3816209317166565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DE99-4B9F-BB84-C4C51ACF453C}"/>
                </c:ext>
              </c:extLst>
            </c:dLbl>
            <c:dLbl>
              <c:idx val="1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DE99-4B9F-BB84-C4C51ACF453C}"/>
                </c:ext>
              </c:extLst>
            </c:dLbl>
            <c:dLbl>
              <c:idx val="1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DE99-4B9F-BB84-C4C51ACF453C}"/>
                </c:ext>
              </c:extLst>
            </c:dLbl>
            <c:dLbl>
              <c:idx val="13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DE99-4B9F-BB84-C4C51ACF453C}"/>
                </c:ext>
              </c:extLst>
            </c:dLbl>
            <c:dLbl>
              <c:idx val="16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DE99-4B9F-BB84-C4C51ACF453C}"/>
                </c:ext>
              </c:extLst>
            </c:dLbl>
            <c:dLbl>
              <c:idx val="17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DE99-4B9F-BB84-C4C51ACF453C}"/>
                </c:ext>
              </c:extLst>
            </c:dLbl>
            <c:dLbl>
              <c:idx val="18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DE99-4B9F-BB84-C4C51ACF453C}"/>
                </c:ext>
              </c:extLst>
            </c:dLbl>
            <c:dLbl>
              <c:idx val="21"/>
              <c:layout>
                <c:manualLayout>
                  <c:x val="0"/>
                  <c:y val="-6.3816209317166565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DE99-4B9F-BB84-C4C51ACF453C}"/>
                </c:ext>
              </c:extLst>
            </c:dLbl>
            <c:dLbl>
              <c:idx val="2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DE99-4B9F-BB84-C4C51ACF453C}"/>
                </c:ext>
              </c:extLst>
            </c:dLbl>
            <c:dLbl>
              <c:idx val="24"/>
              <c:layout>
                <c:manualLayout>
                  <c:x val="0"/>
                  <c:y val="-6.3816209317166565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DE99-4B9F-BB84-C4C51ACF453C}"/>
                </c:ext>
              </c:extLst>
            </c:dLbl>
            <c:dLbl>
              <c:idx val="25"/>
              <c:layout>
                <c:manualLayout>
                  <c:x val="0"/>
                  <c:y val="-6.3816209317166565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DE99-4B9F-BB84-C4C51ACF453C}"/>
                </c:ext>
              </c:extLst>
            </c:dLbl>
            <c:dLbl>
              <c:idx val="26"/>
              <c:layout>
                <c:manualLayout>
                  <c:x val="0"/>
                  <c:y val="-6.3816209317166565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DE99-4B9F-BB84-C4C51ACF453C}"/>
                </c:ext>
              </c:extLst>
            </c:dLbl>
            <c:dLbl>
              <c:idx val="28"/>
              <c:layout>
                <c:manualLayout>
                  <c:x val="0"/>
                  <c:y val="-6.3816209317166565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DE99-4B9F-BB84-C4C51ACF453C}"/>
                </c:ext>
              </c:extLst>
            </c:dLbl>
            <c:dLbl>
              <c:idx val="29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DE99-4B9F-BB84-C4C51ACF453C}"/>
                </c:ext>
              </c:extLst>
            </c:dLbl>
            <c:dLbl>
              <c:idx val="3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DE99-4B9F-BB84-C4C51ACF453C}"/>
                </c:ext>
              </c:extLst>
            </c:dLbl>
            <c:dLbl>
              <c:idx val="32"/>
              <c:layout>
                <c:manualLayout>
                  <c:x val="0"/>
                  <c:y val="-6.3816209317166565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DE99-4B9F-BB84-C4C51ACF453C}"/>
                </c:ext>
              </c:extLst>
            </c:dLbl>
            <c:dLbl>
              <c:idx val="33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DE99-4B9F-BB84-C4C51ACF453C}"/>
                </c:ext>
              </c:extLst>
            </c:dLbl>
            <c:dLbl>
              <c:idx val="34"/>
              <c:layout>
                <c:manualLayout>
                  <c:x val="0"/>
                  <c:y val="-6.3816209317166565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DE99-4B9F-BB84-C4C51ACF453C}"/>
                </c:ext>
              </c:extLst>
            </c:dLbl>
            <c:dLbl>
              <c:idx val="36"/>
              <c:layout>
                <c:manualLayout>
                  <c:x val="0"/>
                  <c:y val="-6.3816209317166565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DE99-4B9F-BB84-C4C51ACF453C}"/>
                </c:ext>
              </c:extLst>
            </c:dLbl>
            <c:dLbl>
              <c:idx val="37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DE99-4B9F-BB84-C4C51ACF453C}"/>
                </c:ext>
              </c:extLst>
            </c:dLbl>
            <c:dLbl>
              <c:idx val="38"/>
              <c:layout>
                <c:manualLayout>
                  <c:x val="0"/>
                  <c:y val="-6.3816209317166565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DE99-4B9F-BB84-C4C51ACF453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Sheet1!$A$1:$AM$1</c:f>
              <c:numCache>
                <c:formatCode>General</c:formatCode>
                <c:ptCount val="39"/>
                <c:pt idx="0">
                  <c:v>0.47436499799999998</c:v>
                </c:pt>
                <c:pt idx="1">
                  <c:v>1.779597842</c:v>
                </c:pt>
                <c:pt idx="4">
                  <c:v>1.2336318879999999</c:v>
                </c:pt>
                <c:pt idx="5">
                  <c:v>1.853723982</c:v>
                </c:pt>
                <c:pt idx="8">
                  <c:v>0.87398664500000001</c:v>
                </c:pt>
                <c:pt idx="9">
                  <c:v>3.2074214429999999</c:v>
                </c:pt>
                <c:pt idx="10">
                  <c:v>1.454272706</c:v>
                </c:pt>
                <c:pt idx="12">
                  <c:v>1.236388123</c:v>
                </c:pt>
                <c:pt idx="13">
                  <c:v>1.847245459</c:v>
                </c:pt>
                <c:pt idx="16">
                  <c:v>1.9292400940000001</c:v>
                </c:pt>
                <c:pt idx="17">
                  <c:v>1.9768532139999999</c:v>
                </c:pt>
                <c:pt idx="18">
                  <c:v>1.5751489599999999</c:v>
                </c:pt>
                <c:pt idx="20">
                  <c:v>0.67411793200000003</c:v>
                </c:pt>
                <c:pt idx="21">
                  <c:v>2.9619180919999999</c:v>
                </c:pt>
                <c:pt idx="22">
                  <c:v>1.4776648349999999</c:v>
                </c:pt>
                <c:pt idx="24">
                  <c:v>0.71820132199999998</c:v>
                </c:pt>
                <c:pt idx="25">
                  <c:v>3.3169180109999998</c:v>
                </c:pt>
                <c:pt idx="26">
                  <c:v>1.6550476030000001</c:v>
                </c:pt>
                <c:pt idx="28">
                  <c:v>0.73524434400000005</c:v>
                </c:pt>
                <c:pt idx="29">
                  <c:v>3.1941694940000001</c:v>
                </c:pt>
                <c:pt idx="30">
                  <c:v>1.656364492</c:v>
                </c:pt>
                <c:pt idx="32">
                  <c:v>1.1305135749999999</c:v>
                </c:pt>
                <c:pt idx="33">
                  <c:v>2.872185446</c:v>
                </c:pt>
                <c:pt idx="34">
                  <c:v>1.633640279</c:v>
                </c:pt>
                <c:pt idx="36">
                  <c:v>1.1646471860000001</c:v>
                </c:pt>
                <c:pt idx="37">
                  <c:v>2.919312723</c:v>
                </c:pt>
                <c:pt idx="38">
                  <c:v>1.6367105239999999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DE99-4B9F-BB84-C4C51ACF453C}"/>
            </c:ext>
          </c:extLst>
        </c:ser>
        <c:ser>
          <c:idx val="1"/>
          <c:order val="1"/>
          <c:spPr>
            <a:solidFill>
              <a:srgbClr val="FFFFFF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C-DE99-4B9F-BB84-C4C51ACF453C}"/>
              </c:ext>
            </c:extLst>
          </c:dPt>
          <c:dPt>
            <c:idx val="4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D-DE99-4B9F-BB84-C4C51ACF453C}"/>
              </c:ext>
            </c:extLst>
          </c:dPt>
          <c:dPt>
            <c:idx val="8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E-DE99-4B9F-BB84-C4C51ACF453C}"/>
              </c:ext>
            </c:extLst>
          </c:dPt>
          <c:dPt>
            <c:idx val="12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F-DE99-4B9F-BB84-C4C51ACF453C}"/>
              </c:ext>
            </c:extLst>
          </c:dPt>
          <c:dPt>
            <c:idx val="16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0-DE99-4B9F-BB84-C4C51ACF453C}"/>
              </c:ext>
            </c:extLst>
          </c:dPt>
          <c:dPt>
            <c:idx val="20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1-DE99-4B9F-BB84-C4C51ACF453C}"/>
              </c:ext>
            </c:extLst>
          </c:dPt>
          <c:dPt>
            <c:idx val="26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2-DE99-4B9F-BB84-C4C51ACF453C}"/>
              </c:ext>
            </c:extLst>
          </c:dPt>
          <c:dPt>
            <c:idx val="30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3-DE99-4B9F-BB84-C4C51ACF453C}"/>
              </c:ext>
            </c:extLst>
          </c:dPt>
          <c:dPt>
            <c:idx val="34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4-DE99-4B9F-BB84-C4C51ACF453C}"/>
              </c:ext>
            </c:extLst>
          </c:dPt>
          <c:dPt>
            <c:idx val="38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5-DE99-4B9F-BB84-C4C51ACF453C}"/>
              </c:ext>
            </c:extLst>
          </c:dPt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DE99-4B9F-BB84-C4C51ACF453C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6-DE99-4B9F-BB84-C4C51ACF453C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DE99-4B9F-BB84-C4C51ACF453C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7-DE99-4B9F-BB84-C4C51ACF453C}"/>
                </c:ext>
              </c:extLst>
            </c:dLbl>
            <c:dLbl>
              <c:idx val="8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DE99-4B9F-BB84-C4C51ACF453C}"/>
                </c:ext>
              </c:extLst>
            </c:dLbl>
            <c:dLbl>
              <c:idx val="9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8-DE99-4B9F-BB84-C4C51ACF453C}"/>
                </c:ext>
              </c:extLst>
            </c:dLbl>
            <c:dLbl>
              <c:idx val="1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9-DE99-4B9F-BB84-C4C51ACF453C}"/>
                </c:ext>
              </c:extLst>
            </c:dLbl>
            <c:dLbl>
              <c:idx val="1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DE99-4B9F-BB84-C4C51ACF453C}"/>
                </c:ext>
              </c:extLst>
            </c:dLbl>
            <c:dLbl>
              <c:idx val="13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A-DE99-4B9F-BB84-C4C51ACF453C}"/>
                </c:ext>
              </c:extLst>
            </c:dLbl>
            <c:dLbl>
              <c:idx val="16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DE99-4B9F-BB84-C4C51ACF453C}"/>
                </c:ext>
              </c:extLst>
            </c:dLbl>
            <c:dLbl>
              <c:idx val="17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B-DE99-4B9F-BB84-C4C51ACF453C}"/>
                </c:ext>
              </c:extLst>
            </c:dLbl>
            <c:dLbl>
              <c:idx val="18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C-DE99-4B9F-BB84-C4C51ACF453C}"/>
                </c:ext>
              </c:extLst>
            </c:dLbl>
            <c:dLbl>
              <c:idx val="2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DE99-4B9F-BB84-C4C51ACF453C}"/>
                </c:ext>
              </c:extLst>
            </c:dLbl>
            <c:dLbl>
              <c:idx val="2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D-DE99-4B9F-BB84-C4C51ACF453C}"/>
                </c:ext>
              </c:extLst>
            </c:dLbl>
            <c:dLbl>
              <c:idx val="22"/>
              <c:layout>
                <c:manualLayout>
                  <c:x val="0"/>
                  <c:y val="-6.3816209317166565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E-DE99-4B9F-BB84-C4C51ACF453C}"/>
                </c:ext>
              </c:extLst>
            </c:dLbl>
            <c:dLbl>
              <c:idx val="2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F-DE99-4B9F-BB84-C4C51ACF453C}"/>
                </c:ext>
              </c:extLst>
            </c:dLbl>
            <c:dLbl>
              <c:idx val="25"/>
              <c:layout>
                <c:manualLayout>
                  <c:x val="0"/>
                  <c:y val="-6.3816209317166565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0-DE99-4B9F-BB84-C4C51ACF453C}"/>
                </c:ext>
              </c:extLst>
            </c:dLbl>
            <c:dLbl>
              <c:idx val="26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2-DE99-4B9F-BB84-C4C51ACF453C}"/>
                </c:ext>
              </c:extLst>
            </c:dLbl>
            <c:dLbl>
              <c:idx val="28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1-DE99-4B9F-BB84-C4C51ACF453C}"/>
                </c:ext>
              </c:extLst>
            </c:dLbl>
            <c:dLbl>
              <c:idx val="29"/>
              <c:layout>
                <c:manualLayout>
                  <c:x val="0"/>
                  <c:y val="-6.3816209317166565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2-DE99-4B9F-BB84-C4C51ACF453C}"/>
                </c:ext>
              </c:extLst>
            </c:dLbl>
            <c:dLbl>
              <c:idx val="3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3-DE99-4B9F-BB84-C4C51ACF453C}"/>
                </c:ext>
              </c:extLst>
            </c:dLbl>
            <c:dLbl>
              <c:idx val="3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3-DE99-4B9F-BB84-C4C51ACF453C}"/>
                </c:ext>
              </c:extLst>
            </c:dLbl>
            <c:dLbl>
              <c:idx val="33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4-DE99-4B9F-BB84-C4C51ACF453C}"/>
                </c:ext>
              </c:extLst>
            </c:dLbl>
            <c:dLbl>
              <c:idx val="3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4-DE99-4B9F-BB84-C4C51ACF453C}"/>
                </c:ext>
              </c:extLst>
            </c:dLbl>
            <c:dLbl>
              <c:idx val="36"/>
              <c:layout>
                <c:manualLayout>
                  <c:x val="0"/>
                  <c:y val="-6.3816209317166565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5-DE99-4B9F-BB84-C4C51ACF453C}"/>
                </c:ext>
              </c:extLst>
            </c:dLbl>
            <c:dLbl>
              <c:idx val="37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6-DE99-4B9F-BB84-C4C51ACF453C}"/>
                </c:ext>
              </c:extLst>
            </c:dLbl>
            <c:dLbl>
              <c:idx val="38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5-DE99-4B9F-BB84-C4C51ACF453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Sheet1!$A$2:$AM$2</c:f>
              <c:numCache>
                <c:formatCode>General</c:formatCode>
                <c:ptCount val="39"/>
                <c:pt idx="0">
                  <c:v>4.0058052019999995</c:v>
                </c:pt>
                <c:pt idx="1">
                  <c:v>5.8277348580000004</c:v>
                </c:pt>
                <c:pt idx="4">
                  <c:v>7.2723759120000011</c:v>
                </c:pt>
                <c:pt idx="5">
                  <c:v>5.9043955480000001</c:v>
                </c:pt>
                <c:pt idx="8">
                  <c:v>4.8380365550000004</c:v>
                </c:pt>
                <c:pt idx="9">
                  <c:v>8.6253272770000002</c:v>
                </c:pt>
                <c:pt idx="10">
                  <c:v>9.6620907339999995</c:v>
                </c:pt>
                <c:pt idx="12">
                  <c:v>6.7796021570000002</c:v>
                </c:pt>
                <c:pt idx="13">
                  <c:v>7.8432992210000005</c:v>
                </c:pt>
                <c:pt idx="16">
                  <c:v>3.7768849060000003</c:v>
                </c:pt>
                <c:pt idx="17">
                  <c:v>8.0122557860000008</c:v>
                </c:pt>
                <c:pt idx="18">
                  <c:v>9.1691680400000006</c:v>
                </c:pt>
                <c:pt idx="20">
                  <c:v>3.4976577880000002</c:v>
                </c:pt>
                <c:pt idx="21">
                  <c:v>8.2463771880000003</c:v>
                </c:pt>
                <c:pt idx="22">
                  <c:v>8.7989767850000007</c:v>
                </c:pt>
                <c:pt idx="24">
                  <c:v>3.1469516396421349</c:v>
                </c:pt>
                <c:pt idx="25">
                  <c:v>7.5165130449424371</c:v>
                </c:pt>
                <c:pt idx="26">
                  <c:v>8.0765473001537345</c:v>
                </c:pt>
                <c:pt idx="28">
                  <c:v>3.2216292539445446</c:v>
                </c:pt>
                <c:pt idx="29">
                  <c:v>7.2383509607150121</c:v>
                </c:pt>
                <c:pt idx="30">
                  <c:v>8.0829736543715658</c:v>
                </c:pt>
                <c:pt idx="32">
                  <c:v>4.9535853458136314</c:v>
                </c:pt>
                <c:pt idx="33">
                  <c:v>6.5086985272759872</c:v>
                </c:pt>
                <c:pt idx="34">
                  <c:v>7.972080668423942</c:v>
                </c:pt>
                <c:pt idx="36">
                  <c:v>5.1031490133244377</c:v>
                </c:pt>
                <c:pt idx="37">
                  <c:v>6.6154942887631121</c:v>
                </c:pt>
                <c:pt idx="38">
                  <c:v>7.9870632992925348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7-DE99-4B9F-BB84-C4C51ACF45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31764191"/>
        <c:axId val="1"/>
      </c:barChart>
      <c:catAx>
        <c:axId val="31764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764191"/>
        <c:crosses val="min"/>
        <c:crossBetween val="between"/>
        <c:majorUnit val="2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044406970207982E-2"/>
          <c:y val="6.7458432304038002E-2"/>
          <c:w val="0.94364811691961781"/>
          <c:h val="0.865083135391923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4.7505938242280285E-4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E29-4A3D-A133-B53D9B4C9BE0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E29-4A3D-A133-B53D9B4C9BE0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E29-4A3D-A133-B53D9B4C9BE0}"/>
                </c:ext>
              </c:extLst>
            </c:dLbl>
            <c:dLbl>
              <c:idx val="3"/>
              <c:layout>
                <c:manualLayout>
                  <c:x val="0"/>
                  <c:y val="-4.7505938242280285E-4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E29-4A3D-A133-B53D9B4C9BE0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CE29-4A3D-A133-B53D9B4C9BE0}"/>
                </c:ext>
              </c:extLst>
            </c:dLbl>
            <c:dLbl>
              <c:idx val="6"/>
              <c:layout>
                <c:manualLayout>
                  <c:x val="0"/>
                  <c:y val="-4.7505938242280285E-4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CE29-4A3D-A133-B53D9B4C9BE0}"/>
                </c:ext>
              </c:extLst>
            </c:dLbl>
            <c:dLbl>
              <c:idx val="7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CE29-4A3D-A133-B53D9B4C9BE0}"/>
                </c:ext>
              </c:extLst>
            </c:dLbl>
            <c:dLbl>
              <c:idx val="10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CE29-4A3D-A133-B53D9B4C9B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Sheet1!$A$1:$K$1</c:f>
              <c:numCache>
                <c:formatCode>General</c:formatCode>
                <c:ptCount val="11"/>
                <c:pt idx="0">
                  <c:v>5.7386942361605939</c:v>
                </c:pt>
                <c:pt idx="1">
                  <c:v>4.5773045454818932</c:v>
                </c:pt>
                <c:pt idx="2">
                  <c:v>21.956178072149335</c:v>
                </c:pt>
                <c:pt idx="3">
                  <c:v>8.5982914060327182</c:v>
                </c:pt>
                <c:pt idx="5">
                  <c:v>20.706699968729957</c:v>
                </c:pt>
                <c:pt idx="6">
                  <c:v>46.709153247886668</c:v>
                </c:pt>
                <c:pt idx="7">
                  <c:v>22.957577039261079</c:v>
                </c:pt>
                <c:pt idx="8">
                  <c:v>1.9054019074910205</c:v>
                </c:pt>
                <c:pt idx="10">
                  <c:v>43.242400026174998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E29-4A3D-A133-B53D9B4C9BE0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CE29-4A3D-A133-B53D9B4C9BE0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CE29-4A3D-A133-B53D9B4C9BE0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CE29-4A3D-A133-B53D9B4C9BE0}"/>
                </c:ext>
              </c:extLst>
            </c:dLbl>
            <c:dLbl>
              <c:idx val="3"/>
              <c:layout>
                <c:manualLayout>
                  <c:x val="0"/>
                  <c:y val="-4.7505938242280285E-4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CE29-4A3D-A133-B53D9B4C9BE0}"/>
                </c:ext>
              </c:extLst>
            </c:dLbl>
            <c:dLbl>
              <c:idx val="5"/>
              <c:layout>
                <c:manualLayout>
                  <c:x val="0"/>
                  <c:y val="-4.7505938242280285E-4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CE29-4A3D-A133-B53D9B4C9BE0}"/>
                </c:ext>
              </c:extLst>
            </c:dLbl>
            <c:dLbl>
              <c:idx val="6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CE29-4A3D-A133-B53D9B4C9BE0}"/>
                </c:ext>
              </c:extLst>
            </c:dLbl>
            <c:dLbl>
              <c:idx val="7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CE29-4A3D-A133-B53D9B4C9BE0}"/>
                </c:ext>
              </c:extLst>
            </c:dLbl>
            <c:dLbl>
              <c:idx val="8"/>
              <c:layout>
                <c:manualLayout>
                  <c:x val="0"/>
                  <c:y val="-4.7505938242280285E-4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CE29-4A3D-A133-B53D9B4C9BE0}"/>
                </c:ext>
              </c:extLst>
            </c:dLbl>
            <c:dLbl>
              <c:idx val="10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CE29-4A3D-A133-B53D9B4C9B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Sheet1!$A$2:$K$2</c:f>
              <c:numCache>
                <c:formatCode>General</c:formatCode>
                <c:ptCount val="11"/>
                <c:pt idx="0">
                  <c:v>10.661489291530899</c:v>
                </c:pt>
                <c:pt idx="1">
                  <c:v>7.0958071377496754</c:v>
                </c:pt>
                <c:pt idx="2">
                  <c:v>14.063285954086947</c:v>
                </c:pt>
                <c:pt idx="3">
                  <c:v>7.341392688255902</c:v>
                </c:pt>
                <c:pt idx="5">
                  <c:v>15.309599979100453</c:v>
                </c:pt>
                <c:pt idx="6">
                  <c:v>9.0544909419633886</c:v>
                </c:pt>
                <c:pt idx="7">
                  <c:v>29.392870601028775</c:v>
                </c:pt>
                <c:pt idx="8">
                  <c:v>29.620129621333419</c:v>
                </c:pt>
                <c:pt idx="10">
                  <c:v>24.110500015118895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E29-4A3D-A133-B53D9B4C9BE0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2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CE29-4A3D-A133-B53D9B4C9BE0}"/>
                </c:ext>
              </c:extLst>
            </c:dLbl>
            <c:dLbl>
              <c:idx val="3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CE29-4A3D-A133-B53D9B4C9BE0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CE29-4A3D-A133-B53D9B4C9BE0}"/>
                </c:ext>
              </c:extLst>
            </c:dLbl>
            <c:dLbl>
              <c:idx val="6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CE29-4A3D-A133-B53D9B4C9BE0}"/>
                </c:ext>
              </c:extLst>
            </c:dLbl>
            <c:dLbl>
              <c:idx val="7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CE29-4A3D-A133-B53D9B4C9BE0}"/>
                </c:ext>
              </c:extLst>
            </c:dLbl>
            <c:dLbl>
              <c:idx val="8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CE29-4A3D-A133-B53D9B4C9BE0}"/>
                </c:ext>
              </c:extLst>
            </c:dLbl>
            <c:dLbl>
              <c:idx val="10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CE29-4A3D-A133-B53D9B4C9B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Sheet1!$A$3:$K$3</c:f>
              <c:numCache>
                <c:formatCode>General</c:formatCode>
                <c:ptCount val="11"/>
                <c:pt idx="0">
                  <c:v>3.5069963945436573</c:v>
                </c:pt>
                <c:pt idx="1">
                  <c:v>3.5309035049318731</c:v>
                </c:pt>
                <c:pt idx="2">
                  <c:v>7.3884925809792943</c:v>
                </c:pt>
                <c:pt idx="3">
                  <c:v>6.9867929848464518</c:v>
                </c:pt>
                <c:pt idx="5">
                  <c:v>28.855599989620806</c:v>
                </c:pt>
                <c:pt idx="6">
                  <c:v>18.593781406090415</c:v>
                </c:pt>
                <c:pt idx="7">
                  <c:v>17.351982656864607</c:v>
                </c:pt>
                <c:pt idx="8">
                  <c:v>26.678326673611657</c:v>
                </c:pt>
                <c:pt idx="10">
                  <c:v>14.05589998056389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CE29-4A3D-A133-B53D9B4C9BE0}"/>
            </c:ext>
          </c:extLst>
        </c:ser>
        <c:ser>
          <c:idx val="3"/>
          <c:order val="3"/>
          <c:spPr>
            <a:solidFill>
              <a:schemeClr val="accent4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4.7505938242280285E-4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CE29-4A3D-A133-B53D9B4C9BE0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CE29-4A3D-A133-B53D9B4C9BE0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CE29-4A3D-A133-B53D9B4C9BE0}"/>
                </c:ext>
              </c:extLst>
            </c:dLbl>
            <c:dLbl>
              <c:idx val="3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CE29-4A3D-A133-B53D9B4C9BE0}"/>
                </c:ext>
              </c:extLst>
            </c:dLbl>
            <c:dLbl>
              <c:idx val="5"/>
              <c:layout>
                <c:manualLayout>
                  <c:x val="-1.1944912872400225E-2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CE29-4A3D-A133-B53D9B4C9BE0}"/>
                </c:ext>
              </c:extLst>
            </c:dLbl>
            <c:dLbl>
              <c:idx val="7"/>
              <c:layout>
                <c:manualLayout>
                  <c:x val="-1.1944912872400225E-2"/>
                  <c:y val="-4.7505938242280285E-4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CE29-4A3D-A133-B53D9B4C9BE0}"/>
                </c:ext>
              </c:extLst>
            </c:dLbl>
            <c:dLbl>
              <c:idx val="8"/>
              <c:layout>
                <c:manualLayout>
                  <c:x val="-1.1804384485666104E-2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CE29-4A3D-A133-B53D9B4C9B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Sheet1!$A$4:$K$4</c:f>
              <c:numCache>
                <c:formatCode>General</c:formatCode>
                <c:ptCount val="11"/>
                <c:pt idx="0">
                  <c:v>31.598668505114127</c:v>
                </c:pt>
                <c:pt idx="1">
                  <c:v>33.067333052831216</c:v>
                </c:pt>
                <c:pt idx="2">
                  <c:v>27.180672816907808</c:v>
                </c:pt>
                <c:pt idx="3">
                  <c:v>43.739756255860833</c:v>
                </c:pt>
                <c:pt idx="5">
                  <c:v>6.0865000160600928</c:v>
                </c:pt>
                <c:pt idx="6">
                  <c:v>0.80879921403393951</c:v>
                </c:pt>
                <c:pt idx="7">
                  <c:v>6.0555939482475507</c:v>
                </c:pt>
                <c:pt idx="8">
                  <c:v>6.1631061719233049</c:v>
                </c:pt>
                <c:pt idx="10">
                  <c:v>3.1212000206514268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CE29-4A3D-A133-B53D9B4C9BE0}"/>
            </c:ext>
          </c:extLst>
        </c:ser>
        <c:ser>
          <c:idx val="4"/>
          <c:order val="4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3-CE29-4A3D-A133-B53D9B4C9BE0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4-CE29-4A3D-A133-B53D9B4C9BE0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5-CE29-4A3D-A133-B53D9B4C9BE0}"/>
                </c:ext>
              </c:extLst>
            </c:dLbl>
            <c:dLbl>
              <c:idx val="3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6-CE29-4A3D-A133-B53D9B4C9BE0}"/>
                </c:ext>
              </c:extLst>
            </c:dLbl>
            <c:dLbl>
              <c:idx val="10"/>
              <c:layout>
                <c:manualLayout>
                  <c:x val="3.4851039910061832E-2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7-CE29-4A3D-A133-B53D9B4C9B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Sheet1!$A$5:$K$5</c:f>
              <c:numCache>
                <c:formatCode>General</c:formatCode>
                <c:ptCount val="11"/>
                <c:pt idx="0">
                  <c:v>10.067389980694042</c:v>
                </c:pt>
                <c:pt idx="1">
                  <c:v>20.729920756330355</c:v>
                </c:pt>
                <c:pt idx="2">
                  <c:v>10.023689937842239</c:v>
                </c:pt>
                <c:pt idx="3">
                  <c:v>16.780083190605978</c:v>
                </c:pt>
                <c:pt idx="5">
                  <c:v>0.21059999677691676</c:v>
                </c:pt>
                <c:pt idx="6">
                  <c:v>1.6789983383071361</c:v>
                </c:pt>
                <c:pt idx="7">
                  <c:v>8.4299907092122428E-2</c:v>
                </c:pt>
                <c:pt idx="8">
                  <c:v>0.90620088765325235</c:v>
                </c:pt>
                <c:pt idx="10">
                  <c:v>1.1565999919137537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CE29-4A3D-A133-B53D9B4C9BE0}"/>
            </c:ext>
          </c:extLst>
        </c:ser>
        <c:ser>
          <c:idx val="5"/>
          <c:order val="5"/>
          <c:spPr>
            <a:solidFill>
              <a:schemeClr val="accent6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9-CE29-4A3D-A133-B53D9B4C9BE0}"/>
              </c:ext>
            </c:extLst>
          </c:dPt>
          <c:dLbls>
            <c:dLbl>
              <c:idx val="5"/>
              <c:layout>
                <c:manualLayout>
                  <c:x val="-1.1944912872400225E-2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A-CE29-4A3D-A133-B53D9B4C9BE0}"/>
                </c:ext>
              </c:extLst>
            </c:dLbl>
            <c:dLbl>
              <c:idx val="6"/>
              <c:layout>
                <c:manualLayout>
                  <c:x val="-1.1804384485666104E-2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B-CE29-4A3D-A133-B53D9B4C9BE0}"/>
                </c:ext>
              </c:extLst>
            </c:dLbl>
            <c:dLbl>
              <c:idx val="7"/>
              <c:layout>
                <c:manualLayout>
                  <c:x val="-1.1944912872400225E-2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C-CE29-4A3D-A133-B53D9B4C9BE0}"/>
                </c:ext>
              </c:extLst>
            </c:dLbl>
            <c:dLbl>
              <c:idx val="8"/>
              <c:layout>
                <c:manualLayout>
                  <c:x val="-1.1804384485666104E-2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D-CE29-4A3D-A133-B53D9B4C9B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Sheet1!$A$6:$K$6</c:f>
              <c:numCache>
                <c:formatCode>General</c:formatCode>
                <c:ptCount val="11"/>
                <c:pt idx="0">
                  <c:v>0.51319945141369283</c:v>
                </c:pt>
                <c:pt idx="1">
                  <c:v>0.2629002440466266</c:v>
                </c:pt>
                <c:pt idx="2">
                  <c:v>9.039991794207447E-2</c:v>
                </c:pt>
                <c:pt idx="3">
                  <c:v>2.1332978812865999</c:v>
                </c:pt>
                <c:pt idx="5">
                  <c:v>4.3096000201209517</c:v>
                </c:pt>
                <c:pt idx="6">
                  <c:v>7.3804925879122907</c:v>
                </c:pt>
                <c:pt idx="7">
                  <c:v>7.1472928600208929</c:v>
                </c:pt>
                <c:pt idx="8">
                  <c:v>6.2548062590105253</c:v>
                </c:pt>
                <c:pt idx="10">
                  <c:v>1.7656000070732314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E-CE29-4A3D-A133-B53D9B4C9BE0}"/>
            </c:ext>
          </c:extLst>
        </c:ser>
        <c:ser>
          <c:idx val="6"/>
          <c:order val="6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F-CE29-4A3D-A133-B53D9B4C9BE0}"/>
              </c:ext>
            </c:extLst>
          </c:dPt>
          <c:dPt>
            <c:idx val="1"/>
            <c:invertIfNegative val="0"/>
            <c:bubble3D val="0"/>
            <c:spPr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0-CE29-4A3D-A133-B53D9B4C9BE0}"/>
              </c:ext>
            </c:extLst>
          </c:dPt>
          <c:dPt>
            <c:idx val="3"/>
            <c:invertIfNegative val="0"/>
            <c:bubble3D val="0"/>
            <c:spPr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1-CE29-4A3D-A133-B53D9B4C9BE0}"/>
              </c:ext>
            </c:extLst>
          </c:dPt>
          <c:dLbls>
            <c:dLbl>
              <c:idx val="2"/>
              <c:layout>
                <c:manualLayout>
                  <c:x val="1.1944912872400225E-2"/>
                  <c:y val="-4.7505938242280285E-4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2-CE29-4A3D-A133-B53D9B4C9BE0}"/>
                </c:ext>
              </c:extLst>
            </c:dLbl>
            <c:dLbl>
              <c:idx val="8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3-CE29-4A3D-A133-B53D9B4C9B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Sheet1!$A$7:$K$7</c:f>
              <c:numCache>
                <c:formatCode>General</c:formatCode>
                <c:ptCount val="11"/>
                <c:pt idx="0">
                  <c:v>37.913562140542979</c:v>
                </c:pt>
                <c:pt idx="1">
                  <c:v>30.735830758628346</c:v>
                </c:pt>
                <c:pt idx="2">
                  <c:v>5.7727942222479234</c:v>
                </c:pt>
                <c:pt idx="3">
                  <c:v>14.42038559311154</c:v>
                </c:pt>
                <c:pt idx="5">
                  <c:v>2.5896000144792319</c:v>
                </c:pt>
                <c:pt idx="6">
                  <c:v>2.5459974748142877</c:v>
                </c:pt>
                <c:pt idx="7">
                  <c:v>2.6047974034245858</c:v>
                </c:pt>
                <c:pt idx="8">
                  <c:v>12.739512731220371</c:v>
                </c:pt>
                <c:pt idx="10">
                  <c:v>2.6831999829886044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4-CE29-4A3D-A133-B53D9B4C9BE0}"/>
            </c:ext>
          </c:extLst>
        </c:ser>
        <c:ser>
          <c:idx val="7"/>
          <c:order val="7"/>
          <c:spPr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c:spPr>
          <c:invertIfNegative val="0"/>
          <c:val>
            <c:numRef>
              <c:f>Sheet1!$A$8:$K$8</c:f>
              <c:numCache>
                <c:formatCode>General</c:formatCode>
                <c:ptCount val="11"/>
                <c:pt idx="2">
                  <c:v>13.524486497844368</c:v>
                </c:pt>
                <c:pt idx="5">
                  <c:v>21.931800015111612</c:v>
                </c:pt>
                <c:pt idx="6">
                  <c:v>13.228286788991872</c:v>
                </c:pt>
                <c:pt idx="7">
                  <c:v>14.405585584060409</c:v>
                </c:pt>
                <c:pt idx="8">
                  <c:v>15.732515747756448</c:v>
                </c:pt>
                <c:pt idx="10">
                  <c:v>9.8645999755151763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5-CE29-4A3D-A133-B53D9B4C9B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05951935"/>
        <c:axId val="1"/>
      </c:barChart>
      <c:catAx>
        <c:axId val="40595193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&quot;%&quot;;&quot;-&quot;#,##0&quot;%&quot;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5951935"/>
        <c:crosses val="min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6/10/26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513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475" y="0"/>
            <a:ext cx="300513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E27F21-EBA1-4C23-B1D6-47D2F9F615F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1675" y="1152525"/>
            <a:ext cx="5530850" cy="3111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738" y="4437063"/>
            <a:ext cx="5546725" cy="3630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8238"/>
            <a:ext cx="3005138" cy="461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475" y="8758238"/>
            <a:ext cx="3005138" cy="461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07AFD-6827-4BAA-B5E9-233BF21BF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36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A7A8DF0C-0EF6-A32A-6604-65A1D2161A4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435E64-C67E-B7D2-F1D2-3FF5E4CADA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3" Type="http://schemas.openxmlformats.org/officeDocument/2006/relationships/tags" Target="../tags/tag6.xml"/><Relationship Id="rId21" Type="http://schemas.openxmlformats.org/officeDocument/2006/relationships/image" Target="../media/image1.emf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oleObject" Target="../embeddings/oleObject2.bin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chart" Target="../charts/chart2.xml"/><Relationship Id="rId10" Type="http://schemas.openxmlformats.org/officeDocument/2006/relationships/tags" Target="../tags/tag13.xml"/><Relationship Id="rId19" Type="http://schemas.openxmlformats.org/officeDocument/2006/relationships/slideLayout" Target="../slideLayouts/slideLayout4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26" Type="http://schemas.openxmlformats.org/officeDocument/2006/relationships/tags" Target="../tags/tag47.xml"/><Relationship Id="rId39" Type="http://schemas.openxmlformats.org/officeDocument/2006/relationships/chart" Target="../charts/chart3.xml"/><Relationship Id="rId21" Type="http://schemas.openxmlformats.org/officeDocument/2006/relationships/tags" Target="../tags/tag42.xml"/><Relationship Id="rId34" Type="http://schemas.openxmlformats.org/officeDocument/2006/relationships/tags" Target="../tags/tag55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5" Type="http://schemas.openxmlformats.org/officeDocument/2006/relationships/tags" Target="../tags/tag46.xml"/><Relationship Id="rId33" Type="http://schemas.openxmlformats.org/officeDocument/2006/relationships/tags" Target="../tags/tag54.xml"/><Relationship Id="rId38" Type="http://schemas.openxmlformats.org/officeDocument/2006/relationships/image" Target="../media/image1.emf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0" Type="http://schemas.openxmlformats.org/officeDocument/2006/relationships/tags" Target="../tags/tag41.xml"/><Relationship Id="rId29" Type="http://schemas.openxmlformats.org/officeDocument/2006/relationships/tags" Target="../tags/tag50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24" Type="http://schemas.openxmlformats.org/officeDocument/2006/relationships/tags" Target="../tags/tag45.xml"/><Relationship Id="rId32" Type="http://schemas.openxmlformats.org/officeDocument/2006/relationships/tags" Target="../tags/tag53.xml"/><Relationship Id="rId37" Type="http://schemas.openxmlformats.org/officeDocument/2006/relationships/oleObject" Target="../embeddings/oleObject3.bin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23" Type="http://schemas.openxmlformats.org/officeDocument/2006/relationships/tags" Target="../tags/tag44.xml"/><Relationship Id="rId28" Type="http://schemas.openxmlformats.org/officeDocument/2006/relationships/tags" Target="../tags/tag49.xml"/><Relationship Id="rId36" Type="http://schemas.openxmlformats.org/officeDocument/2006/relationships/slideLayout" Target="../slideLayouts/slideLayout4.xml"/><Relationship Id="rId10" Type="http://schemas.openxmlformats.org/officeDocument/2006/relationships/tags" Target="../tags/tag31.xml"/><Relationship Id="rId19" Type="http://schemas.openxmlformats.org/officeDocument/2006/relationships/tags" Target="../tags/tag40.xml"/><Relationship Id="rId31" Type="http://schemas.openxmlformats.org/officeDocument/2006/relationships/tags" Target="../tags/tag52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tags" Target="../tags/tag43.xml"/><Relationship Id="rId27" Type="http://schemas.openxmlformats.org/officeDocument/2006/relationships/tags" Target="../tags/tag48.xml"/><Relationship Id="rId30" Type="http://schemas.openxmlformats.org/officeDocument/2006/relationships/tags" Target="../tags/tag51.xml"/><Relationship Id="rId35" Type="http://schemas.openxmlformats.org/officeDocument/2006/relationships/tags" Target="../tags/tag56.xml"/><Relationship Id="rId8" Type="http://schemas.openxmlformats.org/officeDocument/2006/relationships/tags" Target="../tags/tag29.xml"/><Relationship Id="rId3" Type="http://schemas.openxmlformats.org/officeDocument/2006/relationships/tags" Target="../tags/tag24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tags" Target="../tags/tag173.xml"/><Relationship Id="rId21" Type="http://schemas.openxmlformats.org/officeDocument/2006/relationships/tags" Target="../tags/tag77.xml"/><Relationship Id="rId42" Type="http://schemas.openxmlformats.org/officeDocument/2006/relationships/tags" Target="../tags/tag98.xml"/><Relationship Id="rId63" Type="http://schemas.openxmlformats.org/officeDocument/2006/relationships/tags" Target="../tags/tag119.xml"/><Relationship Id="rId84" Type="http://schemas.openxmlformats.org/officeDocument/2006/relationships/tags" Target="../tags/tag140.xml"/><Relationship Id="rId138" Type="http://schemas.openxmlformats.org/officeDocument/2006/relationships/tags" Target="../tags/tag194.xml"/><Relationship Id="rId107" Type="http://schemas.openxmlformats.org/officeDocument/2006/relationships/tags" Target="../tags/tag163.xml"/><Relationship Id="rId11" Type="http://schemas.openxmlformats.org/officeDocument/2006/relationships/tags" Target="../tags/tag67.xml"/><Relationship Id="rId32" Type="http://schemas.openxmlformats.org/officeDocument/2006/relationships/tags" Target="../tags/tag88.xml"/><Relationship Id="rId53" Type="http://schemas.openxmlformats.org/officeDocument/2006/relationships/tags" Target="../tags/tag109.xml"/><Relationship Id="rId74" Type="http://schemas.openxmlformats.org/officeDocument/2006/relationships/tags" Target="../tags/tag130.xml"/><Relationship Id="rId128" Type="http://schemas.openxmlformats.org/officeDocument/2006/relationships/tags" Target="../tags/tag184.xml"/><Relationship Id="rId149" Type="http://schemas.openxmlformats.org/officeDocument/2006/relationships/image" Target="../media/image1.emf"/><Relationship Id="rId5" Type="http://schemas.openxmlformats.org/officeDocument/2006/relationships/tags" Target="../tags/tag61.xml"/><Relationship Id="rId95" Type="http://schemas.openxmlformats.org/officeDocument/2006/relationships/tags" Target="../tags/tag151.xml"/><Relationship Id="rId22" Type="http://schemas.openxmlformats.org/officeDocument/2006/relationships/tags" Target="../tags/tag78.xml"/><Relationship Id="rId27" Type="http://schemas.openxmlformats.org/officeDocument/2006/relationships/tags" Target="../tags/tag83.xml"/><Relationship Id="rId43" Type="http://schemas.openxmlformats.org/officeDocument/2006/relationships/tags" Target="../tags/tag99.xml"/><Relationship Id="rId48" Type="http://schemas.openxmlformats.org/officeDocument/2006/relationships/tags" Target="../tags/tag104.xml"/><Relationship Id="rId64" Type="http://schemas.openxmlformats.org/officeDocument/2006/relationships/tags" Target="../tags/tag120.xml"/><Relationship Id="rId69" Type="http://schemas.openxmlformats.org/officeDocument/2006/relationships/tags" Target="../tags/tag125.xml"/><Relationship Id="rId113" Type="http://schemas.openxmlformats.org/officeDocument/2006/relationships/tags" Target="../tags/tag169.xml"/><Relationship Id="rId118" Type="http://schemas.openxmlformats.org/officeDocument/2006/relationships/tags" Target="../tags/tag174.xml"/><Relationship Id="rId134" Type="http://schemas.openxmlformats.org/officeDocument/2006/relationships/tags" Target="../tags/tag190.xml"/><Relationship Id="rId139" Type="http://schemas.openxmlformats.org/officeDocument/2006/relationships/tags" Target="../tags/tag195.xml"/><Relationship Id="rId80" Type="http://schemas.openxmlformats.org/officeDocument/2006/relationships/tags" Target="../tags/tag136.xml"/><Relationship Id="rId85" Type="http://schemas.openxmlformats.org/officeDocument/2006/relationships/tags" Target="../tags/tag141.xml"/><Relationship Id="rId150" Type="http://schemas.openxmlformats.org/officeDocument/2006/relationships/chart" Target="../charts/chart4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33" Type="http://schemas.openxmlformats.org/officeDocument/2006/relationships/tags" Target="../tags/tag89.xml"/><Relationship Id="rId38" Type="http://schemas.openxmlformats.org/officeDocument/2006/relationships/tags" Target="../tags/tag94.xml"/><Relationship Id="rId59" Type="http://schemas.openxmlformats.org/officeDocument/2006/relationships/tags" Target="../tags/tag115.xml"/><Relationship Id="rId103" Type="http://schemas.openxmlformats.org/officeDocument/2006/relationships/tags" Target="../tags/tag159.xml"/><Relationship Id="rId108" Type="http://schemas.openxmlformats.org/officeDocument/2006/relationships/tags" Target="../tags/tag164.xml"/><Relationship Id="rId124" Type="http://schemas.openxmlformats.org/officeDocument/2006/relationships/tags" Target="../tags/tag180.xml"/><Relationship Id="rId129" Type="http://schemas.openxmlformats.org/officeDocument/2006/relationships/tags" Target="../tags/tag185.xml"/><Relationship Id="rId54" Type="http://schemas.openxmlformats.org/officeDocument/2006/relationships/tags" Target="../tags/tag110.xml"/><Relationship Id="rId70" Type="http://schemas.openxmlformats.org/officeDocument/2006/relationships/tags" Target="../tags/tag126.xml"/><Relationship Id="rId75" Type="http://schemas.openxmlformats.org/officeDocument/2006/relationships/tags" Target="../tags/tag131.xml"/><Relationship Id="rId91" Type="http://schemas.openxmlformats.org/officeDocument/2006/relationships/tags" Target="../tags/tag147.xml"/><Relationship Id="rId96" Type="http://schemas.openxmlformats.org/officeDocument/2006/relationships/tags" Target="../tags/tag152.xml"/><Relationship Id="rId140" Type="http://schemas.openxmlformats.org/officeDocument/2006/relationships/tags" Target="../tags/tag196.xml"/><Relationship Id="rId145" Type="http://schemas.openxmlformats.org/officeDocument/2006/relationships/tags" Target="../tags/tag201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23" Type="http://schemas.openxmlformats.org/officeDocument/2006/relationships/tags" Target="../tags/tag79.xml"/><Relationship Id="rId28" Type="http://schemas.openxmlformats.org/officeDocument/2006/relationships/tags" Target="../tags/tag84.xml"/><Relationship Id="rId49" Type="http://schemas.openxmlformats.org/officeDocument/2006/relationships/tags" Target="../tags/tag105.xml"/><Relationship Id="rId114" Type="http://schemas.openxmlformats.org/officeDocument/2006/relationships/tags" Target="../tags/tag170.xml"/><Relationship Id="rId119" Type="http://schemas.openxmlformats.org/officeDocument/2006/relationships/tags" Target="../tags/tag175.xml"/><Relationship Id="rId44" Type="http://schemas.openxmlformats.org/officeDocument/2006/relationships/tags" Target="../tags/tag100.xml"/><Relationship Id="rId60" Type="http://schemas.openxmlformats.org/officeDocument/2006/relationships/tags" Target="../tags/tag116.xml"/><Relationship Id="rId65" Type="http://schemas.openxmlformats.org/officeDocument/2006/relationships/tags" Target="../tags/tag121.xml"/><Relationship Id="rId81" Type="http://schemas.openxmlformats.org/officeDocument/2006/relationships/tags" Target="../tags/tag137.xml"/><Relationship Id="rId86" Type="http://schemas.openxmlformats.org/officeDocument/2006/relationships/tags" Target="../tags/tag142.xml"/><Relationship Id="rId130" Type="http://schemas.openxmlformats.org/officeDocument/2006/relationships/tags" Target="../tags/tag186.xml"/><Relationship Id="rId135" Type="http://schemas.openxmlformats.org/officeDocument/2006/relationships/tags" Target="../tags/tag191.xml"/><Relationship Id="rId13" Type="http://schemas.openxmlformats.org/officeDocument/2006/relationships/tags" Target="../tags/tag69.xml"/><Relationship Id="rId18" Type="http://schemas.openxmlformats.org/officeDocument/2006/relationships/tags" Target="../tags/tag74.xml"/><Relationship Id="rId39" Type="http://schemas.openxmlformats.org/officeDocument/2006/relationships/tags" Target="../tags/tag95.xml"/><Relationship Id="rId109" Type="http://schemas.openxmlformats.org/officeDocument/2006/relationships/tags" Target="../tags/tag165.xml"/><Relationship Id="rId34" Type="http://schemas.openxmlformats.org/officeDocument/2006/relationships/tags" Target="../tags/tag90.xml"/><Relationship Id="rId50" Type="http://schemas.openxmlformats.org/officeDocument/2006/relationships/tags" Target="../tags/tag106.xml"/><Relationship Id="rId55" Type="http://schemas.openxmlformats.org/officeDocument/2006/relationships/tags" Target="../tags/tag111.xml"/><Relationship Id="rId76" Type="http://schemas.openxmlformats.org/officeDocument/2006/relationships/tags" Target="../tags/tag132.xml"/><Relationship Id="rId97" Type="http://schemas.openxmlformats.org/officeDocument/2006/relationships/tags" Target="../tags/tag153.xml"/><Relationship Id="rId104" Type="http://schemas.openxmlformats.org/officeDocument/2006/relationships/tags" Target="../tags/tag160.xml"/><Relationship Id="rId120" Type="http://schemas.openxmlformats.org/officeDocument/2006/relationships/tags" Target="../tags/tag176.xml"/><Relationship Id="rId125" Type="http://schemas.openxmlformats.org/officeDocument/2006/relationships/tags" Target="../tags/tag181.xml"/><Relationship Id="rId141" Type="http://schemas.openxmlformats.org/officeDocument/2006/relationships/tags" Target="../tags/tag197.xml"/><Relationship Id="rId146" Type="http://schemas.openxmlformats.org/officeDocument/2006/relationships/tags" Target="../tags/tag202.xml"/><Relationship Id="rId7" Type="http://schemas.openxmlformats.org/officeDocument/2006/relationships/tags" Target="../tags/tag63.xml"/><Relationship Id="rId71" Type="http://schemas.openxmlformats.org/officeDocument/2006/relationships/tags" Target="../tags/tag127.xml"/><Relationship Id="rId92" Type="http://schemas.openxmlformats.org/officeDocument/2006/relationships/tags" Target="../tags/tag148.xml"/><Relationship Id="rId2" Type="http://schemas.openxmlformats.org/officeDocument/2006/relationships/tags" Target="../tags/tag58.xml"/><Relationship Id="rId29" Type="http://schemas.openxmlformats.org/officeDocument/2006/relationships/tags" Target="../tags/tag85.xml"/><Relationship Id="rId24" Type="http://schemas.openxmlformats.org/officeDocument/2006/relationships/tags" Target="../tags/tag80.xml"/><Relationship Id="rId40" Type="http://schemas.openxmlformats.org/officeDocument/2006/relationships/tags" Target="../tags/tag96.xml"/><Relationship Id="rId45" Type="http://schemas.openxmlformats.org/officeDocument/2006/relationships/tags" Target="../tags/tag101.xml"/><Relationship Id="rId66" Type="http://schemas.openxmlformats.org/officeDocument/2006/relationships/tags" Target="../tags/tag122.xml"/><Relationship Id="rId87" Type="http://schemas.openxmlformats.org/officeDocument/2006/relationships/tags" Target="../tags/tag143.xml"/><Relationship Id="rId110" Type="http://schemas.openxmlformats.org/officeDocument/2006/relationships/tags" Target="../tags/tag166.xml"/><Relationship Id="rId115" Type="http://schemas.openxmlformats.org/officeDocument/2006/relationships/tags" Target="../tags/tag171.xml"/><Relationship Id="rId131" Type="http://schemas.openxmlformats.org/officeDocument/2006/relationships/tags" Target="../tags/tag187.xml"/><Relationship Id="rId136" Type="http://schemas.openxmlformats.org/officeDocument/2006/relationships/tags" Target="../tags/tag192.xml"/><Relationship Id="rId61" Type="http://schemas.openxmlformats.org/officeDocument/2006/relationships/tags" Target="../tags/tag117.xml"/><Relationship Id="rId82" Type="http://schemas.openxmlformats.org/officeDocument/2006/relationships/tags" Target="../tags/tag138.xml"/><Relationship Id="rId19" Type="http://schemas.openxmlformats.org/officeDocument/2006/relationships/tags" Target="../tags/tag75.xml"/><Relationship Id="rId14" Type="http://schemas.openxmlformats.org/officeDocument/2006/relationships/tags" Target="../tags/tag70.xml"/><Relationship Id="rId30" Type="http://schemas.openxmlformats.org/officeDocument/2006/relationships/tags" Target="../tags/tag86.xml"/><Relationship Id="rId35" Type="http://schemas.openxmlformats.org/officeDocument/2006/relationships/tags" Target="../tags/tag91.xml"/><Relationship Id="rId56" Type="http://schemas.openxmlformats.org/officeDocument/2006/relationships/tags" Target="../tags/tag112.xml"/><Relationship Id="rId77" Type="http://schemas.openxmlformats.org/officeDocument/2006/relationships/tags" Target="../tags/tag133.xml"/><Relationship Id="rId100" Type="http://schemas.openxmlformats.org/officeDocument/2006/relationships/tags" Target="../tags/tag156.xml"/><Relationship Id="rId105" Type="http://schemas.openxmlformats.org/officeDocument/2006/relationships/tags" Target="../tags/tag161.xml"/><Relationship Id="rId126" Type="http://schemas.openxmlformats.org/officeDocument/2006/relationships/tags" Target="../tags/tag182.xml"/><Relationship Id="rId147" Type="http://schemas.openxmlformats.org/officeDocument/2006/relationships/slideLayout" Target="../slideLayouts/slideLayout4.xml"/><Relationship Id="rId8" Type="http://schemas.openxmlformats.org/officeDocument/2006/relationships/tags" Target="../tags/tag64.xml"/><Relationship Id="rId51" Type="http://schemas.openxmlformats.org/officeDocument/2006/relationships/tags" Target="../tags/tag107.xml"/><Relationship Id="rId72" Type="http://schemas.openxmlformats.org/officeDocument/2006/relationships/tags" Target="../tags/tag128.xml"/><Relationship Id="rId93" Type="http://schemas.openxmlformats.org/officeDocument/2006/relationships/tags" Target="../tags/tag149.xml"/><Relationship Id="rId98" Type="http://schemas.openxmlformats.org/officeDocument/2006/relationships/tags" Target="../tags/tag154.xml"/><Relationship Id="rId121" Type="http://schemas.openxmlformats.org/officeDocument/2006/relationships/tags" Target="../tags/tag177.xml"/><Relationship Id="rId142" Type="http://schemas.openxmlformats.org/officeDocument/2006/relationships/tags" Target="../tags/tag198.xml"/><Relationship Id="rId3" Type="http://schemas.openxmlformats.org/officeDocument/2006/relationships/tags" Target="../tags/tag59.xml"/><Relationship Id="rId25" Type="http://schemas.openxmlformats.org/officeDocument/2006/relationships/tags" Target="../tags/tag81.xml"/><Relationship Id="rId46" Type="http://schemas.openxmlformats.org/officeDocument/2006/relationships/tags" Target="../tags/tag102.xml"/><Relationship Id="rId67" Type="http://schemas.openxmlformats.org/officeDocument/2006/relationships/tags" Target="../tags/tag123.xml"/><Relationship Id="rId116" Type="http://schemas.openxmlformats.org/officeDocument/2006/relationships/tags" Target="../tags/tag172.xml"/><Relationship Id="rId137" Type="http://schemas.openxmlformats.org/officeDocument/2006/relationships/tags" Target="../tags/tag193.xml"/><Relationship Id="rId20" Type="http://schemas.openxmlformats.org/officeDocument/2006/relationships/tags" Target="../tags/tag76.xml"/><Relationship Id="rId41" Type="http://schemas.openxmlformats.org/officeDocument/2006/relationships/tags" Target="../tags/tag97.xml"/><Relationship Id="rId62" Type="http://schemas.openxmlformats.org/officeDocument/2006/relationships/tags" Target="../tags/tag118.xml"/><Relationship Id="rId83" Type="http://schemas.openxmlformats.org/officeDocument/2006/relationships/tags" Target="../tags/tag139.xml"/><Relationship Id="rId88" Type="http://schemas.openxmlformats.org/officeDocument/2006/relationships/tags" Target="../tags/tag144.xml"/><Relationship Id="rId111" Type="http://schemas.openxmlformats.org/officeDocument/2006/relationships/tags" Target="../tags/tag167.xml"/><Relationship Id="rId132" Type="http://schemas.openxmlformats.org/officeDocument/2006/relationships/tags" Target="../tags/tag188.xml"/><Relationship Id="rId15" Type="http://schemas.openxmlformats.org/officeDocument/2006/relationships/tags" Target="../tags/tag71.xml"/><Relationship Id="rId36" Type="http://schemas.openxmlformats.org/officeDocument/2006/relationships/tags" Target="../tags/tag92.xml"/><Relationship Id="rId57" Type="http://schemas.openxmlformats.org/officeDocument/2006/relationships/tags" Target="../tags/tag113.xml"/><Relationship Id="rId106" Type="http://schemas.openxmlformats.org/officeDocument/2006/relationships/tags" Target="../tags/tag162.xml"/><Relationship Id="rId127" Type="http://schemas.openxmlformats.org/officeDocument/2006/relationships/tags" Target="../tags/tag183.xml"/><Relationship Id="rId10" Type="http://schemas.openxmlformats.org/officeDocument/2006/relationships/tags" Target="../tags/tag66.xml"/><Relationship Id="rId31" Type="http://schemas.openxmlformats.org/officeDocument/2006/relationships/tags" Target="../tags/tag87.xml"/><Relationship Id="rId52" Type="http://schemas.openxmlformats.org/officeDocument/2006/relationships/tags" Target="../tags/tag108.xml"/><Relationship Id="rId73" Type="http://schemas.openxmlformats.org/officeDocument/2006/relationships/tags" Target="../tags/tag129.xml"/><Relationship Id="rId78" Type="http://schemas.openxmlformats.org/officeDocument/2006/relationships/tags" Target="../tags/tag134.xml"/><Relationship Id="rId94" Type="http://schemas.openxmlformats.org/officeDocument/2006/relationships/tags" Target="../tags/tag150.xml"/><Relationship Id="rId99" Type="http://schemas.openxmlformats.org/officeDocument/2006/relationships/tags" Target="../tags/tag155.xml"/><Relationship Id="rId101" Type="http://schemas.openxmlformats.org/officeDocument/2006/relationships/tags" Target="../tags/tag157.xml"/><Relationship Id="rId122" Type="http://schemas.openxmlformats.org/officeDocument/2006/relationships/tags" Target="../tags/tag178.xml"/><Relationship Id="rId143" Type="http://schemas.openxmlformats.org/officeDocument/2006/relationships/tags" Target="../tags/tag199.xml"/><Relationship Id="rId148" Type="http://schemas.openxmlformats.org/officeDocument/2006/relationships/oleObject" Target="../embeddings/oleObject4.bin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26" Type="http://schemas.openxmlformats.org/officeDocument/2006/relationships/tags" Target="../tags/tag82.xml"/><Relationship Id="rId47" Type="http://schemas.openxmlformats.org/officeDocument/2006/relationships/tags" Target="../tags/tag103.xml"/><Relationship Id="rId68" Type="http://schemas.openxmlformats.org/officeDocument/2006/relationships/tags" Target="../tags/tag124.xml"/><Relationship Id="rId89" Type="http://schemas.openxmlformats.org/officeDocument/2006/relationships/tags" Target="../tags/tag145.xml"/><Relationship Id="rId112" Type="http://schemas.openxmlformats.org/officeDocument/2006/relationships/tags" Target="../tags/tag168.xml"/><Relationship Id="rId133" Type="http://schemas.openxmlformats.org/officeDocument/2006/relationships/tags" Target="../tags/tag189.xml"/><Relationship Id="rId16" Type="http://schemas.openxmlformats.org/officeDocument/2006/relationships/tags" Target="../tags/tag72.xml"/><Relationship Id="rId37" Type="http://schemas.openxmlformats.org/officeDocument/2006/relationships/tags" Target="../tags/tag93.xml"/><Relationship Id="rId58" Type="http://schemas.openxmlformats.org/officeDocument/2006/relationships/tags" Target="../tags/tag114.xml"/><Relationship Id="rId79" Type="http://schemas.openxmlformats.org/officeDocument/2006/relationships/tags" Target="../tags/tag135.xml"/><Relationship Id="rId102" Type="http://schemas.openxmlformats.org/officeDocument/2006/relationships/tags" Target="../tags/tag158.xml"/><Relationship Id="rId123" Type="http://schemas.openxmlformats.org/officeDocument/2006/relationships/tags" Target="../tags/tag179.xml"/><Relationship Id="rId144" Type="http://schemas.openxmlformats.org/officeDocument/2006/relationships/tags" Target="../tags/tag200.xml"/><Relationship Id="rId90" Type="http://schemas.openxmlformats.org/officeDocument/2006/relationships/tags" Target="../tags/tag14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3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229.xml"/><Relationship Id="rId21" Type="http://schemas.openxmlformats.org/officeDocument/2006/relationships/tags" Target="../tags/tag224.xml"/><Relationship Id="rId34" Type="http://schemas.openxmlformats.org/officeDocument/2006/relationships/tags" Target="../tags/tag237.xml"/><Relationship Id="rId42" Type="http://schemas.openxmlformats.org/officeDocument/2006/relationships/tags" Target="../tags/tag245.xml"/><Relationship Id="rId47" Type="http://schemas.openxmlformats.org/officeDocument/2006/relationships/tags" Target="../tags/tag250.xml"/><Relationship Id="rId50" Type="http://schemas.openxmlformats.org/officeDocument/2006/relationships/tags" Target="../tags/tag253.xml"/><Relationship Id="rId55" Type="http://schemas.openxmlformats.org/officeDocument/2006/relationships/tags" Target="../tags/tag258.xml"/><Relationship Id="rId63" Type="http://schemas.openxmlformats.org/officeDocument/2006/relationships/tags" Target="../tags/tag266.xml"/><Relationship Id="rId68" Type="http://schemas.openxmlformats.org/officeDocument/2006/relationships/chart" Target="../charts/chart5.xml"/><Relationship Id="rId7" Type="http://schemas.openxmlformats.org/officeDocument/2006/relationships/tags" Target="../tags/tag210.xml"/><Relationship Id="rId2" Type="http://schemas.openxmlformats.org/officeDocument/2006/relationships/tags" Target="../tags/tag205.xml"/><Relationship Id="rId16" Type="http://schemas.openxmlformats.org/officeDocument/2006/relationships/tags" Target="../tags/tag219.xml"/><Relationship Id="rId29" Type="http://schemas.openxmlformats.org/officeDocument/2006/relationships/tags" Target="../tags/tag232.xml"/><Relationship Id="rId11" Type="http://schemas.openxmlformats.org/officeDocument/2006/relationships/tags" Target="../tags/tag214.xml"/><Relationship Id="rId24" Type="http://schemas.openxmlformats.org/officeDocument/2006/relationships/tags" Target="../tags/tag227.xml"/><Relationship Id="rId32" Type="http://schemas.openxmlformats.org/officeDocument/2006/relationships/tags" Target="../tags/tag235.xml"/><Relationship Id="rId37" Type="http://schemas.openxmlformats.org/officeDocument/2006/relationships/tags" Target="../tags/tag240.xml"/><Relationship Id="rId40" Type="http://schemas.openxmlformats.org/officeDocument/2006/relationships/tags" Target="../tags/tag243.xml"/><Relationship Id="rId45" Type="http://schemas.openxmlformats.org/officeDocument/2006/relationships/tags" Target="../tags/tag248.xml"/><Relationship Id="rId53" Type="http://schemas.openxmlformats.org/officeDocument/2006/relationships/tags" Target="../tags/tag256.xml"/><Relationship Id="rId58" Type="http://schemas.openxmlformats.org/officeDocument/2006/relationships/tags" Target="../tags/tag261.xml"/><Relationship Id="rId66" Type="http://schemas.openxmlformats.org/officeDocument/2006/relationships/oleObject" Target="../embeddings/oleObject6.bin"/><Relationship Id="rId5" Type="http://schemas.openxmlformats.org/officeDocument/2006/relationships/tags" Target="../tags/tag208.xml"/><Relationship Id="rId61" Type="http://schemas.openxmlformats.org/officeDocument/2006/relationships/tags" Target="../tags/tag264.xml"/><Relationship Id="rId19" Type="http://schemas.openxmlformats.org/officeDocument/2006/relationships/tags" Target="../tags/tag222.xml"/><Relationship Id="rId14" Type="http://schemas.openxmlformats.org/officeDocument/2006/relationships/tags" Target="../tags/tag217.xml"/><Relationship Id="rId22" Type="http://schemas.openxmlformats.org/officeDocument/2006/relationships/tags" Target="../tags/tag225.xml"/><Relationship Id="rId27" Type="http://schemas.openxmlformats.org/officeDocument/2006/relationships/tags" Target="../tags/tag230.xml"/><Relationship Id="rId30" Type="http://schemas.openxmlformats.org/officeDocument/2006/relationships/tags" Target="../tags/tag233.xml"/><Relationship Id="rId35" Type="http://schemas.openxmlformats.org/officeDocument/2006/relationships/tags" Target="../tags/tag238.xml"/><Relationship Id="rId43" Type="http://schemas.openxmlformats.org/officeDocument/2006/relationships/tags" Target="../tags/tag246.xml"/><Relationship Id="rId48" Type="http://schemas.openxmlformats.org/officeDocument/2006/relationships/tags" Target="../tags/tag251.xml"/><Relationship Id="rId56" Type="http://schemas.openxmlformats.org/officeDocument/2006/relationships/tags" Target="../tags/tag259.xml"/><Relationship Id="rId64" Type="http://schemas.openxmlformats.org/officeDocument/2006/relationships/tags" Target="../tags/tag267.xml"/><Relationship Id="rId8" Type="http://schemas.openxmlformats.org/officeDocument/2006/relationships/tags" Target="../tags/tag211.xml"/><Relationship Id="rId51" Type="http://schemas.openxmlformats.org/officeDocument/2006/relationships/tags" Target="../tags/tag254.xml"/><Relationship Id="rId3" Type="http://schemas.openxmlformats.org/officeDocument/2006/relationships/tags" Target="../tags/tag206.xml"/><Relationship Id="rId12" Type="http://schemas.openxmlformats.org/officeDocument/2006/relationships/tags" Target="../tags/tag215.xml"/><Relationship Id="rId17" Type="http://schemas.openxmlformats.org/officeDocument/2006/relationships/tags" Target="../tags/tag220.xml"/><Relationship Id="rId25" Type="http://schemas.openxmlformats.org/officeDocument/2006/relationships/tags" Target="../tags/tag228.xml"/><Relationship Id="rId33" Type="http://schemas.openxmlformats.org/officeDocument/2006/relationships/tags" Target="../tags/tag236.xml"/><Relationship Id="rId38" Type="http://schemas.openxmlformats.org/officeDocument/2006/relationships/tags" Target="../tags/tag241.xml"/><Relationship Id="rId46" Type="http://schemas.openxmlformats.org/officeDocument/2006/relationships/tags" Target="../tags/tag249.xml"/><Relationship Id="rId59" Type="http://schemas.openxmlformats.org/officeDocument/2006/relationships/tags" Target="../tags/tag262.xml"/><Relationship Id="rId67" Type="http://schemas.openxmlformats.org/officeDocument/2006/relationships/image" Target="../media/image1.emf"/><Relationship Id="rId20" Type="http://schemas.openxmlformats.org/officeDocument/2006/relationships/tags" Target="../tags/tag223.xml"/><Relationship Id="rId41" Type="http://schemas.openxmlformats.org/officeDocument/2006/relationships/tags" Target="../tags/tag244.xml"/><Relationship Id="rId54" Type="http://schemas.openxmlformats.org/officeDocument/2006/relationships/tags" Target="../tags/tag257.xml"/><Relationship Id="rId62" Type="http://schemas.openxmlformats.org/officeDocument/2006/relationships/tags" Target="../tags/tag265.xml"/><Relationship Id="rId1" Type="http://schemas.openxmlformats.org/officeDocument/2006/relationships/tags" Target="../tags/tag204.xml"/><Relationship Id="rId6" Type="http://schemas.openxmlformats.org/officeDocument/2006/relationships/tags" Target="../tags/tag209.xml"/><Relationship Id="rId15" Type="http://schemas.openxmlformats.org/officeDocument/2006/relationships/tags" Target="../tags/tag218.xml"/><Relationship Id="rId23" Type="http://schemas.openxmlformats.org/officeDocument/2006/relationships/tags" Target="../tags/tag226.xml"/><Relationship Id="rId28" Type="http://schemas.openxmlformats.org/officeDocument/2006/relationships/tags" Target="../tags/tag231.xml"/><Relationship Id="rId36" Type="http://schemas.openxmlformats.org/officeDocument/2006/relationships/tags" Target="../tags/tag239.xml"/><Relationship Id="rId49" Type="http://schemas.openxmlformats.org/officeDocument/2006/relationships/tags" Target="../tags/tag252.xml"/><Relationship Id="rId57" Type="http://schemas.openxmlformats.org/officeDocument/2006/relationships/tags" Target="../tags/tag260.xml"/><Relationship Id="rId10" Type="http://schemas.openxmlformats.org/officeDocument/2006/relationships/tags" Target="../tags/tag213.xml"/><Relationship Id="rId31" Type="http://schemas.openxmlformats.org/officeDocument/2006/relationships/tags" Target="../tags/tag234.xml"/><Relationship Id="rId44" Type="http://schemas.openxmlformats.org/officeDocument/2006/relationships/tags" Target="../tags/tag247.xml"/><Relationship Id="rId52" Type="http://schemas.openxmlformats.org/officeDocument/2006/relationships/tags" Target="../tags/tag255.xml"/><Relationship Id="rId60" Type="http://schemas.openxmlformats.org/officeDocument/2006/relationships/tags" Target="../tags/tag263.xml"/><Relationship Id="rId65" Type="http://schemas.openxmlformats.org/officeDocument/2006/relationships/slideLayout" Target="../slideLayouts/slideLayout4.xml"/><Relationship Id="rId4" Type="http://schemas.openxmlformats.org/officeDocument/2006/relationships/tags" Target="../tags/tag207.xml"/><Relationship Id="rId9" Type="http://schemas.openxmlformats.org/officeDocument/2006/relationships/tags" Target="../tags/tag212.xml"/><Relationship Id="rId13" Type="http://schemas.openxmlformats.org/officeDocument/2006/relationships/tags" Target="../tags/tag216.xml"/><Relationship Id="rId18" Type="http://schemas.openxmlformats.org/officeDocument/2006/relationships/tags" Target="../tags/tag221.xml"/><Relationship Id="rId39" Type="http://schemas.openxmlformats.org/officeDocument/2006/relationships/tags" Target="../tags/tag24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68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A1E28-4EE8-187C-725E-608F4FE76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1381AA9-AD09-A312-BDE2-A941ED4BC13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16826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404" imgH="405" progId="TCLayout.ActiveDocument.1">
                  <p:embed/>
                </p:oleObj>
              </mc:Choice>
              <mc:Fallback>
                <p:oleObj name="think-cell Slide" r:id="rId20" imgW="404" imgH="40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381AA9-AD09-A312-BDE2-A941ED4BC1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readcrumb">
            <a:extLst>
              <a:ext uri="{FF2B5EF4-FFF2-40B4-BE49-F238E27FC236}">
                <a16:creationId xmlns:a16="http://schemas.microsoft.com/office/drawing/2014/main" id="{1293DE13-41A9-7862-5D83-3CDAF50DC9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4" name="PrelimChip">
            <a:extLst>
              <a:ext uri="{FF2B5EF4-FFF2-40B4-BE49-F238E27FC236}">
                <a16:creationId xmlns:a16="http://schemas.microsoft.com/office/drawing/2014/main" id="{68A84CD5-7925-61A4-ED70-A744503A4F02}"/>
              </a:ext>
            </a:extLst>
          </p:cNvPr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lIns="45720" tIns="9144" rIns="45720" bIns="9144" anchor="ctr"/>
          <a:lstStyle/>
          <a:p>
            <a:pPr algn="ctr"/>
            <a:r>
              <a:rPr lang="en-US" sz="1200" b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9437F12-1978-E75F-2C21-4ACD85CE0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vert="horz" rIns="0"/>
          <a:lstStyle/>
          <a:p>
            <a:r>
              <a:rPr lang="en-US" sz="2000" kern="120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Outsourced Basic Construction | </a:t>
            </a:r>
            <a:r>
              <a:rPr lang="en-US">
                <a:solidFill>
                  <a:srgbClr val="162029"/>
                </a:solidFill>
                <a:ea typeface="Arial"/>
                <a:cs typeface="Arial"/>
              </a:rPr>
              <a:t>Across FY22–FY27, total ship spend narrows to an annualized ~$1.1B of outsourced work for DDG-51 and ~$3.0B for submarines.</a:t>
            </a:r>
            <a:endParaRPr lang="en-US" sz="2000" kern="1200">
              <a:solidFill>
                <a:srgbClr val="16202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ProgramChip">
            <a:extLst>
              <a:ext uri="{FF2B5EF4-FFF2-40B4-BE49-F238E27FC236}">
                <a16:creationId xmlns:a16="http://schemas.microsoft.com/office/drawing/2014/main" id="{F18EAD6F-25C1-B539-1439-129EBBE2300E}"/>
              </a:ext>
            </a:extLst>
          </p:cNvPr>
          <p:cNvSpPr txBox="1"/>
          <p:nvPr/>
        </p:nvSpPr>
        <p:spPr>
          <a:xfrm>
            <a:off x="2046799" y="1587500"/>
            <a:ext cx="1900000" cy="19834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</a:t>
            </a:r>
          </a:p>
        </p:txBody>
      </p:sp>
      <p:sp>
        <p:nvSpPr>
          <p:cNvPr id="21" name="ProgramChip">
            <a:extLst>
              <a:ext uri="{FF2B5EF4-FFF2-40B4-BE49-F238E27FC236}">
                <a16:creationId xmlns:a16="http://schemas.microsoft.com/office/drawing/2014/main" id="{0B5CC21E-ABA6-401A-372F-A054B5C05D54}"/>
              </a:ext>
            </a:extLst>
          </p:cNvPr>
          <p:cNvSpPr txBox="1"/>
          <p:nvPr/>
        </p:nvSpPr>
        <p:spPr>
          <a:xfrm>
            <a:off x="4952350" y="1587500"/>
            <a:ext cx="1900000" cy="19834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/ Columbia-class</a:t>
            </a:r>
          </a:p>
        </p:txBody>
      </p:sp>
      <p:sp>
        <p:nvSpPr>
          <p:cNvPr id="22" name="StreamCaption">
            <a:extLst>
              <a:ext uri="{FF2B5EF4-FFF2-40B4-BE49-F238E27FC236}">
                <a16:creationId xmlns:a16="http://schemas.microsoft.com/office/drawing/2014/main" id="{CBA5F42A-4952-5885-8E03-0C65AF60C409}"/>
              </a:ext>
            </a:extLst>
          </p:cNvPr>
          <p:cNvSpPr txBox="1"/>
          <p:nvPr/>
        </p:nvSpPr>
        <p:spPr>
          <a:xfrm>
            <a:off x="2571826" y="1836738"/>
            <a:ext cx="8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In-Year</a:t>
            </a:r>
          </a:p>
        </p:txBody>
      </p:sp>
      <p:sp>
        <p:nvSpPr>
          <p:cNvPr id="23" name="StreamCaption">
            <a:extLst>
              <a:ext uri="{FF2B5EF4-FFF2-40B4-BE49-F238E27FC236}">
                <a16:creationId xmlns:a16="http://schemas.microsoft.com/office/drawing/2014/main" id="{2B50EB63-53EC-3720-B640-F2F8EE526E81}"/>
              </a:ext>
            </a:extLst>
          </p:cNvPr>
          <p:cNvSpPr txBox="1"/>
          <p:nvPr/>
        </p:nvSpPr>
        <p:spPr>
          <a:xfrm>
            <a:off x="3770283" y="1836738"/>
            <a:ext cx="8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</a:t>
            </a:r>
          </a:p>
        </p:txBody>
      </p:sp>
      <p:sp>
        <p:nvSpPr>
          <p:cNvPr id="24" name="StreamCaption">
            <a:extLst>
              <a:ext uri="{FF2B5EF4-FFF2-40B4-BE49-F238E27FC236}">
                <a16:creationId xmlns:a16="http://schemas.microsoft.com/office/drawing/2014/main" id="{F9AE9A9A-B5D4-F7F5-610E-58DCC2473EFF}"/>
              </a:ext>
            </a:extLst>
          </p:cNvPr>
          <p:cNvSpPr txBox="1"/>
          <p:nvPr/>
        </p:nvSpPr>
        <p:spPr>
          <a:xfrm>
            <a:off x="5439385" y="1836738"/>
            <a:ext cx="8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In-Year</a:t>
            </a:r>
          </a:p>
        </p:txBody>
      </p:sp>
      <p:sp>
        <p:nvSpPr>
          <p:cNvPr id="30" name="StepLabel">
            <a:extLst>
              <a:ext uri="{FF2B5EF4-FFF2-40B4-BE49-F238E27FC236}">
                <a16:creationId xmlns:a16="http://schemas.microsoft.com/office/drawing/2014/main" id="{D0F2BB47-E837-3850-5152-9910E9B20F85}"/>
              </a:ext>
            </a:extLst>
          </p:cNvPr>
          <p:cNvSpPr txBox="1"/>
          <p:nvPr/>
        </p:nvSpPr>
        <p:spPr>
          <a:xfrm>
            <a:off x="453079" y="2197100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Spend</a:t>
            </a:r>
          </a:p>
        </p:txBody>
      </p:sp>
      <p:sp>
        <p:nvSpPr>
          <p:cNvPr id="31" name="StepLabel">
            <a:extLst>
              <a:ext uri="{FF2B5EF4-FFF2-40B4-BE49-F238E27FC236}">
                <a16:creationId xmlns:a16="http://schemas.microsoft.com/office/drawing/2014/main" id="{692D5931-9F75-12BA-839C-D969B98007F0}"/>
              </a:ext>
            </a:extLst>
          </p:cNvPr>
          <p:cNvSpPr txBox="1"/>
          <p:nvPr/>
        </p:nvSpPr>
        <p:spPr>
          <a:xfrm>
            <a:off x="453079" y="2752725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GFE</a:t>
            </a:r>
          </a:p>
        </p:txBody>
      </p:sp>
      <p:sp>
        <p:nvSpPr>
          <p:cNvPr id="32" name="StepLabel">
            <a:extLst>
              <a:ext uri="{FF2B5EF4-FFF2-40B4-BE49-F238E27FC236}">
                <a16:creationId xmlns:a16="http://schemas.microsoft.com/office/drawing/2014/main" id="{8C827568-73DA-21B6-AEA2-61E7EF1D02A6}"/>
              </a:ext>
            </a:extLst>
          </p:cNvPr>
          <p:cNvSpPr txBox="1"/>
          <p:nvPr/>
        </p:nvSpPr>
        <p:spPr>
          <a:xfrm>
            <a:off x="453079" y="3308350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Other non-BC</a:t>
            </a:r>
          </a:p>
        </p:txBody>
      </p:sp>
      <p:sp>
        <p:nvSpPr>
          <p:cNvPr id="33" name="StepLabel">
            <a:extLst>
              <a:ext uri="{FF2B5EF4-FFF2-40B4-BE49-F238E27FC236}">
                <a16:creationId xmlns:a16="http://schemas.microsoft.com/office/drawing/2014/main" id="{AA0B1EEF-3A9F-9CD5-926F-EB65CA60BF33}"/>
              </a:ext>
            </a:extLst>
          </p:cNvPr>
          <p:cNvSpPr txBox="1"/>
          <p:nvPr/>
        </p:nvSpPr>
        <p:spPr>
          <a:xfrm>
            <a:off x="453079" y="3863975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</a:t>
            </a:r>
          </a:p>
        </p:txBody>
      </p:sp>
      <p:sp>
        <p:nvSpPr>
          <p:cNvPr id="34" name="StepLabel">
            <a:extLst>
              <a:ext uri="{FF2B5EF4-FFF2-40B4-BE49-F238E27FC236}">
                <a16:creationId xmlns:a16="http://schemas.microsoft.com/office/drawing/2014/main" id="{E4C91912-F446-E83F-4244-EE6D0E877239}"/>
              </a:ext>
            </a:extLst>
          </p:cNvPr>
          <p:cNvSpPr txBox="1"/>
          <p:nvPr/>
        </p:nvSpPr>
        <p:spPr>
          <a:xfrm>
            <a:off x="453079" y="4421188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Prime BC</a:t>
            </a:r>
          </a:p>
        </p:txBody>
      </p:sp>
      <p:sp>
        <p:nvSpPr>
          <p:cNvPr id="35" name="StepLabel">
            <a:extLst>
              <a:ext uri="{FF2B5EF4-FFF2-40B4-BE49-F238E27FC236}">
                <a16:creationId xmlns:a16="http://schemas.microsoft.com/office/drawing/2014/main" id="{870D2B53-1D77-DD55-E860-E24472A1B66B}"/>
              </a:ext>
            </a:extLst>
          </p:cNvPr>
          <p:cNvSpPr txBox="1"/>
          <p:nvPr/>
        </p:nvSpPr>
        <p:spPr>
          <a:xfrm>
            <a:off x="453079" y="4976813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Prime AP/LLTM</a:t>
            </a:r>
          </a:p>
        </p:txBody>
      </p:sp>
      <p:sp>
        <p:nvSpPr>
          <p:cNvPr id="36" name="StepLabel">
            <a:extLst>
              <a:ext uri="{FF2B5EF4-FFF2-40B4-BE49-F238E27FC236}">
                <a16:creationId xmlns:a16="http://schemas.microsoft.com/office/drawing/2014/main" id="{42205D29-5888-9CF5-B8AA-81FA838DA9BD}"/>
              </a:ext>
            </a:extLst>
          </p:cNvPr>
          <p:cNvSpPr txBox="1"/>
          <p:nvPr/>
        </p:nvSpPr>
        <p:spPr>
          <a:xfrm>
            <a:off x="453079" y="5532438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BC</a:t>
            </a:r>
          </a:p>
        </p:txBody>
      </p:sp>
      <p:sp>
        <p:nvSpPr>
          <p:cNvPr id="60" name="AnnualizedCallout">
            <a:extLst>
              <a:ext uri="{FF2B5EF4-FFF2-40B4-BE49-F238E27FC236}">
                <a16:creationId xmlns:a16="http://schemas.microsoft.com/office/drawing/2014/main" id="{32C05C08-F105-300B-6FF1-ACEE112CC938}"/>
              </a:ext>
            </a:extLst>
          </p:cNvPr>
          <p:cNvSpPr txBox="1"/>
          <p:nvPr/>
        </p:nvSpPr>
        <p:spPr>
          <a:xfrm>
            <a:off x="3072410" y="5224463"/>
            <a:ext cx="115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~1.1B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annualized</a:t>
            </a:r>
          </a:p>
        </p:txBody>
      </p:sp>
      <p:sp>
        <p:nvSpPr>
          <p:cNvPr id="61" name="AnnualizedCallout">
            <a:extLst>
              <a:ext uri="{FF2B5EF4-FFF2-40B4-BE49-F238E27FC236}">
                <a16:creationId xmlns:a16="http://schemas.microsoft.com/office/drawing/2014/main" id="{0C0A8FC4-A03A-A4EF-6F82-2E506DE48A96}"/>
              </a:ext>
            </a:extLst>
          </p:cNvPr>
          <p:cNvSpPr txBox="1"/>
          <p:nvPr/>
        </p:nvSpPr>
        <p:spPr>
          <a:xfrm>
            <a:off x="6173101" y="5224463"/>
            <a:ext cx="115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~$3.0B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annualized</a:t>
            </a:r>
          </a:p>
        </p:txBody>
      </p:sp>
      <p:graphicFrame>
        <p:nvGraphicFramePr>
          <p:cNvPr id="50" name="StepRationaleLedger">
            <a:extLst>
              <a:ext uri="{FF2B5EF4-FFF2-40B4-BE49-F238E27FC236}">
                <a16:creationId xmlns:a16="http://schemas.microsoft.com/office/drawing/2014/main" id="{44C5383A-1FDF-6857-120C-AC497CC05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462758"/>
              </p:ext>
            </p:extLst>
          </p:nvPr>
        </p:nvGraphicFramePr>
        <p:xfrm>
          <a:off x="7435441" y="1266825"/>
          <a:ext cx="4300000" cy="4875684"/>
        </p:xfrm>
        <a:graphic>
          <a:graphicData uri="http://schemas.openxmlformats.org/drawingml/2006/table">
            <a:tbl>
              <a:tblPr firstRow="1" firstCol="1">
                <a:tableStyleId>{2D5ABB26-0587-4C30-8999-92F81FD0307C}</a:tableStyleId>
              </a:tblPr>
              <a:tblGrid>
                <a:gridCol w="1281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8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Rationale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Ship Spend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838F"/>
                    </a:solidFill>
                  </a:tcPr>
                </a:tc>
                <a:tc>
                  <a:txBody>
                    <a:bodyPr/>
                    <a:lstStyle/>
                    <a:p>
                      <a:pPr marL="142875" indent="-1428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In-Year Spend: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FY2022–FY2027 SCN end cost (P-5c discretionary); OBBBA adds two FY2026 DDG-51s ($5.4B) and a second FY2026 </a:t>
                      </a:r>
                      <a:r>
                        <a:rPr lang="en-US" sz="90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$4.6B)</a:t>
                      </a:r>
                    </a:p>
                    <a:p>
                      <a:pPr marL="142875" indent="-1428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Advanced Procurement / Long-Lead Time Materials:</a:t>
                      </a:r>
                      <a:r>
                        <a:rPr lang="en-US" sz="900" b="1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adds incremental FY2026 AP/LLTM ($1.8B); submarines add none (supplier long-lead is already inside Basic Construction)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Less: Government-Furnished Equipment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2CC"/>
                    </a:solidFill>
                  </a:tcPr>
                </a:tc>
                <a:tc>
                  <a:txBody>
                    <a:bodyPr/>
                    <a:lstStyle/>
                    <a:p>
                      <a:pPr marL="142875" indent="-1428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Removes GFE (propulsion, electronics, and ordnance) the Navy buys directly and furnished to Primes </a:t>
                      </a:r>
                    </a:p>
                    <a:p>
                      <a:pPr marL="142875" indent="-1428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GFE is non-addressable to outsourced Basic Construction players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Less: Other non-BC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A2B0"/>
                    </a:solidFill>
                  </a:tcPr>
                </a:tc>
                <a:tc>
                  <a:txBody>
                    <a:bodyPr/>
                    <a:lstStyle/>
                    <a:p>
                      <a:pPr marL="142875" indent="-1428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Removes engineering and program costs (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e.g., plans, change orders, and other non-construction activities) 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 these generally conducted by Primes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91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838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1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Less: Prime BC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6D82"/>
                    </a:solidFill>
                  </a:tcPr>
                </a:tc>
                <a:tc>
                  <a:txBody>
                    <a:bodyPr/>
                    <a:lstStyle/>
                    <a:p>
                      <a:pPr marL="142875" indent="-142875" algn="l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Removes construction the Primes perform in their own yards.</a:t>
                      </a:r>
                    </a:p>
                    <a:p>
                      <a:pPr marL="142875" indent="-142875" algn="l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BC spend x the announced outside-yard share from DoD award place-of-performance data: ~25% DDG-51 (FY22 ships 22%), 34% </a:t>
                      </a:r>
                      <a:r>
                        <a:rPr lang="en-US" sz="900" i="1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 / 22% </a:t>
                      </a:r>
                      <a:r>
                        <a:rPr lang="en-US" sz="900" i="1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Columbia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025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Less: Prime AP/LLTM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D68"/>
                    </a:solidFill>
                  </a:tcPr>
                </a:tc>
                <a:tc>
                  <a:txBody>
                    <a:bodyPr/>
                    <a:lstStyle/>
                    <a:p>
                      <a:pPr marL="142875" indent="-142875" algn="l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DDG-51: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 the P-10 EOQ base is vendor-purchased material, so Primes retain none — $0 removed; the full $1.0B flows to Outsourced BC.</a:t>
                      </a:r>
                    </a:p>
                    <a:p>
                      <a:pPr marL="142875" indent="-142875" algn="l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Submarines: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 no AP/LLTM stream exists, so there is nothing to remove.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Outsourced BC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A89CE7E-AF5E-0394-143B-1D797ADCB9F6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4086225" y="2466975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ECC83C8-EDEF-DA32-FA4E-5E309A1A9B4D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3209925" y="3021013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451FBA7-D9B1-DBB4-F743-077814605E1B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054350" y="3575050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BD6C66-AFFB-1252-F9FF-307E5DFCE359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054350" y="4130675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19FC8A9-74D6-75E4-3E02-64FBF7E87607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1944688" y="4684713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BBD7A39-DD1D-2E3A-286E-C7EF894937F7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1944688" y="5238750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7CE993E1-234F-06A4-047A-BDA686B0ABA5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41513" y="4930775"/>
            <a:ext cx="6350" cy="307975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8" name="Chart 77">
            <a:extLst>
              <a:ext uri="{FF2B5EF4-FFF2-40B4-BE49-F238E27FC236}">
                <a16:creationId xmlns:a16="http://schemas.microsoft.com/office/drawing/2014/main" id="{47E89AD3-9394-4EFA-925C-8351B9844A5C}"/>
              </a:ext>
            </a:extLst>
          </p:cNvPr>
          <p:cNvGraphicFramePr/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734382111"/>
              </p:ext>
            </p:extLst>
          </p:nvPr>
        </p:nvGraphicFramePr>
        <p:xfrm>
          <a:off x="1422400" y="1811338"/>
          <a:ext cx="2746375" cy="4330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56" name="Text Placeholder 25">
            <a:extLst>
              <a:ext uri="{FF2B5EF4-FFF2-40B4-BE49-F238E27FC236}">
                <a16:creationId xmlns:a16="http://schemas.microsoft.com/office/drawing/2014/main" id="{61A15A73-3417-512F-19F6-71065ADF8804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3997325" y="2236788"/>
            <a:ext cx="104775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BC37ECE-8A98-48D8-A35E-7FF5E9193EE5}" type="datetime'''''''''''''''''''''''''''''1''''''''''''''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</a:t>
            </a:fld>
            <a:endParaRPr lang="en-US" sz="10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DB43FB4-2CCD-CFE1-C3F6-C4478D7F20F1}"/>
              </a:ext>
            </a:extLst>
          </p:cNvPr>
          <p:cNvCxnSpPr>
            <a:cxnSpLocks/>
          </p:cNvCxnSpPr>
          <p:nvPr/>
        </p:nvCxnSpPr>
        <p:spPr>
          <a:xfrm flipV="1">
            <a:off x="4453951" y="1587500"/>
            <a:ext cx="0" cy="42976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StepRationaleLedger">
            <a:extLst>
              <a:ext uri="{FF2B5EF4-FFF2-40B4-BE49-F238E27FC236}">
                <a16:creationId xmlns:a16="http://schemas.microsoft.com/office/drawing/2014/main" id="{EA3F86B7-41CA-E45C-74BA-450F32B4C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049679"/>
              </p:ext>
            </p:extLst>
          </p:nvPr>
        </p:nvGraphicFramePr>
        <p:xfrm>
          <a:off x="453079" y="1266825"/>
          <a:ext cx="6712362" cy="235712"/>
        </p:xfrm>
        <a:graphic>
          <a:graphicData uri="http://schemas.openxmlformats.org/drawingml/2006/table">
            <a:tbl>
              <a:tblPr firstRow="1" firstCol="1">
                <a:tableStyleId>{2D5ABB26-0587-4C30-8999-92F81FD0307C}</a:tableStyleId>
              </a:tblPr>
              <a:tblGrid>
                <a:gridCol w="6712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Arial"/>
                          <a:cs typeface="Arial"/>
                        </a:rPr>
                        <a:t>Walk to Outsourced Basic Construction Spend ($B, cumulative FY22-FY27, FY26 $)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CD2149-BBB0-3352-7AFD-6601BBE078FC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6878638" y="2465388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E88CFA-5239-EF69-4A9D-F11FE616FFC6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6330950" y="3019425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695D49F-8F12-4104-58E2-2E530D15138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6030913" y="3573463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3B1CF25-1E5C-9C32-1C6D-691CEA7C135B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6030913" y="4129088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D108C8-ABC0-58EE-4154-619652590403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4816475" y="4683125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1182C4D-CAB5-73CE-1A0B-3CB7FF6CD93A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4816475" y="5237163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E21A59C-C487-DFE4-A714-0FE0E4CB9089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4813300" y="4929188"/>
            <a:ext cx="6350" cy="307975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1" name="Chart 70">
            <a:extLst>
              <a:ext uri="{FF2B5EF4-FFF2-40B4-BE49-F238E27FC236}">
                <a16:creationId xmlns:a16="http://schemas.microsoft.com/office/drawing/2014/main" id="{E43F8C5E-710E-56AA-1F8B-0E2FCCDCA420}"/>
              </a:ext>
            </a:extLst>
          </p:cNvPr>
          <p:cNvGraphicFramePr/>
          <p:nvPr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3140686806"/>
              </p:ext>
            </p:extLst>
          </p:nvPr>
        </p:nvGraphicFramePr>
        <p:xfrm>
          <a:off x="4214813" y="1809750"/>
          <a:ext cx="2746375" cy="4330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sp>
        <p:nvSpPr>
          <p:cNvPr id="5" name="Sources">
            <a:extLst>
              <a:ext uri="{FF2B5EF4-FFF2-40B4-BE49-F238E27FC236}">
                <a16:creationId xmlns:a16="http://schemas.microsoft.com/office/drawing/2014/main" id="{C101CCE7-9EC0-7DF9-6D80-DC7B83CD2256}"/>
              </a:ext>
            </a:extLst>
          </p:cNvPr>
          <p:cNvSpPr txBox="1"/>
          <p:nvPr/>
        </p:nvSpPr>
        <p:spPr>
          <a:xfrm>
            <a:off x="453079" y="6122985"/>
            <a:ext cx="11282362" cy="31666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US" sz="800">
                <a:solidFill>
                  <a:srgbClr val="162029"/>
                </a:solidFill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EOQ); DoD contract award announcements (announced place-of-performance)</a:t>
            </a:r>
          </a:p>
        </p:txBody>
      </p:sp>
    </p:spTree>
    <p:extLst>
      <p:ext uri="{BB962C8B-B14F-4D97-AF65-F5344CB8AC3E}">
        <p14:creationId xmlns:p14="http://schemas.microsoft.com/office/powerpoint/2010/main" val="322123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2BE7E-D0F0-4E88-2343-12F7284D7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think-cell data - do not delete" hidden="1">
            <a:extLst>
              <a:ext uri="{FF2B5EF4-FFF2-40B4-BE49-F238E27FC236}">
                <a16:creationId xmlns:a16="http://schemas.microsoft.com/office/drawing/2014/main" id="{DBA88616-6983-AC6A-2909-7FF35F2613F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04" imgH="405" progId="TCLayout.ActiveDocument.1">
                  <p:embed/>
                </p:oleObj>
              </mc:Choice>
              <mc:Fallback>
                <p:oleObj name="think-cell Slide" r:id="rId37" imgW="404" imgH="405" progId="TCLayout.ActiveDocument.1">
                  <p:embed/>
                  <p:pic>
                    <p:nvPicPr>
                      <p:cNvPr id="8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A88616-6983-AC6A-2909-7FF35F2613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readcrumb">
            <a:extLst>
              <a:ext uri="{FF2B5EF4-FFF2-40B4-BE49-F238E27FC236}">
                <a16:creationId xmlns:a16="http://schemas.microsoft.com/office/drawing/2014/main" id="{C8F7302C-30A5-3C2B-83F2-E4EED43BC7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4" name="PrelimChip">
            <a:extLst>
              <a:ext uri="{FF2B5EF4-FFF2-40B4-BE49-F238E27FC236}">
                <a16:creationId xmlns:a16="http://schemas.microsoft.com/office/drawing/2014/main" id="{D80D0ACA-3789-7110-0815-C1F3FED1761E}"/>
              </a:ext>
            </a:extLst>
          </p:cNvPr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lIns="45720" tIns="9144" rIns="45720" bIns="9144" anchor="ctr"/>
          <a:lstStyle/>
          <a:p>
            <a:pPr algn="ctr"/>
            <a:r>
              <a:rPr lang="en-US" sz="1200" b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D8B3E0B-D412-5F7B-3159-866F02115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vert="horz" rIns="0"/>
          <a:lstStyle/>
          <a:p>
            <a:r>
              <a:rPr lang="en-US">
                <a:solidFill>
                  <a:srgbClr val="162029"/>
                </a:solidFill>
                <a:ea typeface="Arial"/>
                <a:cs typeface="Arial"/>
              </a:rPr>
              <a:t>Outsourced Spend by Work Type | Electrical power leads the ~$18.1B submarine pool; machining leads the ~$6.4B DDG-51 pool.</a:t>
            </a:r>
            <a:endParaRPr lang="en-US" sz="2000" kern="1200">
              <a:solidFill>
                <a:srgbClr val="16202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ZoneHeader">
            <a:extLst>
              <a:ext uri="{FF2B5EF4-FFF2-40B4-BE49-F238E27FC236}">
                <a16:creationId xmlns:a16="http://schemas.microsoft.com/office/drawing/2014/main" id="{3988E3AD-ADC0-6AB2-25F8-13D08B998501}"/>
              </a:ext>
            </a:extLst>
          </p:cNvPr>
          <p:cNvSpPr txBox="1"/>
          <p:nvPr/>
        </p:nvSpPr>
        <p:spPr>
          <a:xfrm>
            <a:off x="453079" y="1371600"/>
            <a:ext cx="6832362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Basic Construction Spend by Work Type ($B, cumulative FY22–FY25, FY26 $)</a:t>
            </a:r>
          </a:p>
        </p:txBody>
      </p:sp>
      <p:cxnSp>
        <p:nvCxnSpPr>
          <p:cNvPr id="11" name="ZoneHeaderRule">
            <a:extLst>
              <a:ext uri="{FF2B5EF4-FFF2-40B4-BE49-F238E27FC236}">
                <a16:creationId xmlns:a16="http://schemas.microsoft.com/office/drawing/2014/main" id="{7063CA07-8D42-A35F-A19D-DC3CAAFEFF06}"/>
              </a:ext>
            </a:extLst>
          </p:cNvPr>
          <p:cNvCxnSpPr/>
          <p:nvPr/>
        </p:nvCxnSpPr>
        <p:spPr>
          <a:xfrm>
            <a:off x="453079" y="1611600"/>
            <a:ext cx="683236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2" name="ZoneHeader">
            <a:extLst>
              <a:ext uri="{FF2B5EF4-FFF2-40B4-BE49-F238E27FC236}">
                <a16:creationId xmlns:a16="http://schemas.microsoft.com/office/drawing/2014/main" id="{D1EA50FC-B554-C3D1-B7E8-5FC814CF0FD6}"/>
              </a:ext>
            </a:extLst>
          </p:cNvPr>
          <p:cNvSpPr txBox="1"/>
          <p:nvPr/>
        </p:nvSpPr>
        <p:spPr>
          <a:xfrm>
            <a:off x="7535441" y="1371600"/>
            <a:ext cx="4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lnSpc>
                <a:spcPct val="115000"/>
              </a:lnSpc>
              <a:buNone/>
            </a:pPr>
            <a:r>
              <a:rPr lang="en-US" sz="1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cxnSp>
        <p:nvCxnSpPr>
          <p:cNvPr id="13" name="ZoneHeaderRule">
            <a:extLst>
              <a:ext uri="{FF2B5EF4-FFF2-40B4-BE49-F238E27FC236}">
                <a16:creationId xmlns:a16="http://schemas.microsoft.com/office/drawing/2014/main" id="{A39F22A1-BE4B-37B8-0BF7-6B17B6D273BE}"/>
              </a:ext>
            </a:extLst>
          </p:cNvPr>
          <p:cNvCxnSpPr/>
          <p:nvPr/>
        </p:nvCxnSpPr>
        <p:spPr>
          <a:xfrm>
            <a:off x="7535441" y="1611600"/>
            <a:ext cx="420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49699F27-701B-5B7D-8B4D-DF4DE9BEFE10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349250" y="1665288"/>
          <a:ext cx="4341813" cy="4400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9"/>
          </a:graphicData>
        </a:graphic>
      </p:graphicFrame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3ADA871-6484-4613-3B7E-768DCB5D3337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gray">
          <a:xfrm flipH="1" flipV="1">
            <a:off x="2947988" y="4776788"/>
            <a:ext cx="92075" cy="41275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A407FA6-3EC4-504C-C987-B8C96177639A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gray">
          <a:xfrm flipH="1">
            <a:off x="2947988" y="4665663"/>
            <a:ext cx="92075" cy="39688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 Placeholder 25">
            <a:extLst>
              <a:ext uri="{FF2B5EF4-FFF2-40B4-BE49-F238E27FC236}">
                <a16:creationId xmlns:a16="http://schemas.microsoft.com/office/drawing/2014/main" id="{B4C8612C-2628-4C11-D4DC-BB3B4296E7E4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263650" y="5346700"/>
            <a:ext cx="209550" cy="1524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39103AC-17AC-4390-9B96-D69F68CF311C}" type="datetime'''''''''0''''''''''.''''''4'''''''''''">
              <a:rPr lang="en-US" altLang="en-US" sz="10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0.4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3" name="Text Placeholder 25">
            <a:extLst>
              <a:ext uri="{FF2B5EF4-FFF2-40B4-BE49-F238E27FC236}">
                <a16:creationId xmlns:a16="http://schemas.microsoft.com/office/drawing/2014/main" id="{421B147D-614B-D7A8-4E3A-2CC1349175B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1084263" y="4656138"/>
            <a:ext cx="209550" cy="1524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A4D9FF8-D6F0-45E0-8574-AE707CD12491}" type="datetime'''''''''''''''''''''''''''0''''''''''.0''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0.0</a:t>
            </a:fld>
            <a:endParaRPr lang="en-US" sz="1000"/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6DF521FC-2F60-7778-5FFD-C9BD9C8BB6C0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1444625" y="4633913"/>
            <a:ext cx="209550" cy="152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9045B6C-4923-499B-B0E4-4B9D11C58FA9}" type="datetime'''0''''''''''''.''''''''''''''''''''''''''1''''''''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0.1</a:t>
            </a:fld>
            <a:endParaRPr lang="en-US" sz="1000"/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DC88986F-251E-BEBD-8AD8-5A4111F27F2D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1263650" y="4143375"/>
            <a:ext cx="20955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79B3606-A1D9-43E2-BBE4-06B9FCB30004}" type="datetime'''1''''.''''4''''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1.4</a:t>
            </a:fld>
            <a:endParaRPr lang="en-US" sz="1000"/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406026BC-3173-EFE3-8A88-8395F3DF3385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1130300" y="5883275"/>
            <a:ext cx="4778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0F57D7F-7A8E-447C-8B9B-93F7C47F31F1}" type="datetime'''''''''D''''''D''''G-5''''''1''''''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DDG-51</a:t>
            </a:fld>
            <a:endParaRPr lang="en-US" sz="1000"/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BA053F84-84DF-73C3-97D4-88FCECA2859D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2740025" y="4725988"/>
            <a:ext cx="209550" cy="1524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8D18EAA-AC24-406B-9898-D6D775BB75FF}" type="datetime'''''0''''''''.''''''''''''''''''''''''''''''''''''1'">
              <a:rPr lang="en-US" altLang="en-US" sz="10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0.1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0EE5F376-730F-B7BB-DE69-1A20221069F2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2379663" y="4665663"/>
            <a:ext cx="209550" cy="152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E39567A-CD27-499C-9833-75709831C0C7}" type="datetime'''''''0''''''''''.''''''''''''''''''''''''''''''2''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0.2</a:t>
            </a:fld>
            <a:endParaRPr lang="en-US" sz="1000"/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8AE94679-0623-F64C-49A0-EC9814C0927E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2740025" y="4554538"/>
            <a:ext cx="20955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C44875F-BE5F-45B5-995F-A342F8677416}" type="datetime'''''''0''''''''''''''''''''''''''.''''4''''''''''''''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0.4</a:t>
            </a:fld>
            <a:endParaRPr lang="en-US" sz="1000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571577FE-644C-78EE-FFAC-2B068AD7A680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2390775" y="5883275"/>
            <a:ext cx="5476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951A3F0-C6E9-4A4E-9A16-FAC4D0DC1503}" type="datetime'C''o''l''''''''''u''''''''''''''''''''mb''''''i''''''''a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Columbia</a:t>
            </a:fld>
            <a:endParaRPr lang="en-US" sz="1000"/>
          </a:p>
        </p:txBody>
      </p:sp>
      <p:sp>
        <p:nvSpPr>
          <p:cNvPr id="37" name="Text Placeholder 25">
            <a:extLst>
              <a:ext uri="{FF2B5EF4-FFF2-40B4-BE49-F238E27FC236}">
                <a16:creationId xmlns:a16="http://schemas.microsoft.com/office/drawing/2014/main" id="{762C450B-84C3-7C90-B5E5-A54F0EBD9A2E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4037013" y="2533650"/>
            <a:ext cx="209550" cy="1524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1CD081C-D156-4295-86EF-B4CAFE5068B7}" type="datetime'''''''''''''''''0''''''''''''''''.''''''''1'''''''">
              <a:rPr lang="en-US" altLang="en-US" sz="10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0.1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BE9A009D-6B5C-BFB2-7E84-3789BB0B81EC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3856038" y="2219325"/>
            <a:ext cx="20955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39697B0-8F58-4E4C-A8A2-26319915FE19}" type="datetime'''''2''''''.''1''''''''''''''''''''''''''''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2.1</a:t>
            </a:fld>
            <a:endParaRPr lang="en-US" sz="1000"/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AF216B6-2710-DD75-C14D-139D17D0F81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3743325" y="5883275"/>
            <a:ext cx="4349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F71C27C-1B54-49DE-A920-16C124C5B5D7}" type="datetime'''V''''''''''''''''''''''''i''''''rgi''''''''n''''''i''a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Virginia</a:t>
            </a:fld>
            <a:endParaRPr lang="en-US" sz="1000"/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DA9178E0-49E0-4903-813E-ABE1E38F472C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1263650" y="38512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B80CD22-9F02-41A8-92C9-0B93764447A7}" type="datetime'''''''''''''''''''6''''''''''''''''''.4''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6.4</a:t>
            </a:fld>
            <a:endParaRPr lang="en-US" sz="1000"/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C50CC107-68A8-1635-C372-B41C23186C9D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2559050" y="439102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462A962-7A27-4A39-8C30-E00B7E6AFD56}" type="datetime'''4''''.''''''''''''''''''''''''''''''''''''5''''''''''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4.5</a:t>
            </a:fld>
            <a:endParaRPr lang="en-US" sz="1000"/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8508B3D6-83A8-6F1D-2F38-538DA85B460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3821113" y="1817688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02FA4F6-AF9E-4B1C-A18C-F846AF013951}" type="datetime'''1''''''''''''''3''''''.''''''''''6''''''''''''''''''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13.6</a:t>
            </a:fld>
            <a:endParaRPr lang="en-US" sz="10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A1125B8-66AC-66BB-CAAB-2294D815EEE0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4659313" y="4219575"/>
            <a:ext cx="179388" cy="133350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8536F0-EA49-3778-815E-10960E9B3434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4659313" y="4422775"/>
            <a:ext cx="179388" cy="133350"/>
          </a:xfrm>
          <a:prstGeom prst="rect">
            <a:avLst/>
          </a:prstGeom>
          <a:solidFill>
            <a:schemeClr val="hlink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05AD53-DB5B-E872-9A6F-206BDF3CC357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659313" y="4625975"/>
            <a:ext cx="179388" cy="133350"/>
          </a:xfrm>
          <a:prstGeom prst="rect">
            <a:avLst/>
          </a:prstGeom>
          <a:solidFill>
            <a:schemeClr val="accent6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AC8EFD-559A-A65B-2A9C-1F74345D29F5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4659313" y="4829175"/>
            <a:ext cx="179388" cy="133350"/>
          </a:xfrm>
          <a:prstGeom prst="rect">
            <a:avLst/>
          </a:prstGeom>
          <a:solidFill>
            <a:schemeClr val="accent5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07B727-982C-E923-5D1A-92B16A4ECA2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4659313" y="5032375"/>
            <a:ext cx="179388" cy="133350"/>
          </a:xfrm>
          <a:prstGeom prst="rect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75B4E5-16CF-FAF2-203B-F50EC3A5B4DD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4659313" y="5235575"/>
            <a:ext cx="179388" cy="133350"/>
          </a:xfrm>
          <a:prstGeom prst="rect">
            <a:avLst/>
          </a:prstGeom>
          <a:solidFill>
            <a:schemeClr val="accent3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8A4B65-7420-39FA-FB29-366B1EB1842C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659313" y="5438775"/>
            <a:ext cx="179388" cy="13335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AA7FFA-819C-FAA3-2BCC-083287B64BD7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4659313" y="5641975"/>
            <a:ext cx="179388" cy="13335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 Placeholder 25">
            <a:extLst>
              <a:ext uri="{FF2B5EF4-FFF2-40B4-BE49-F238E27FC236}">
                <a16:creationId xmlns:a16="http://schemas.microsoft.com/office/drawing/2014/main" id="{8DAAB3E1-5B4F-E09C-FFC3-A89CA7593114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auto">
          <a:xfrm>
            <a:off x="4889500" y="4214813"/>
            <a:ext cx="4921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E239233A-6124-4FBB-A5C8-2C02BDAC3664}" type="datetime'''''''''''Re''s''''i''''''''d''u''''''a''''''''''''l'">
              <a:rPr lang="en-US" altLang="en-US" sz="10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Residual</a:t>
            </a:fld>
            <a:endParaRPr lang="en-US" sz="1000"/>
          </a:p>
        </p:txBody>
      </p:sp>
      <p:sp>
        <p:nvSpPr>
          <p:cNvPr id="58" name="Text Placeholder 25">
            <a:extLst>
              <a:ext uri="{FF2B5EF4-FFF2-40B4-BE49-F238E27FC236}">
                <a16:creationId xmlns:a16="http://schemas.microsoft.com/office/drawing/2014/main" id="{F10C9777-E2B6-3C27-056F-5783A01CD47F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4889500" y="4418013"/>
            <a:ext cx="12001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108E58CC-0F7B-4170-9CFA-3635FA299401}" type="datetime'H''''V''AC ''''''''and ve''n''''''t''i''''l''at''i''''o''n'''">
              <a:rPr lang="en-US" altLang="en-US" sz="10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HVAC and ventilation</a:t>
            </a:fld>
            <a:endParaRPr lang="en-US" sz="1000"/>
          </a:p>
        </p:txBody>
      </p:sp>
      <p:sp>
        <p:nvSpPr>
          <p:cNvPr id="47" name="Text Placeholder 25">
            <a:extLst>
              <a:ext uri="{FF2B5EF4-FFF2-40B4-BE49-F238E27FC236}">
                <a16:creationId xmlns:a16="http://schemas.microsoft.com/office/drawing/2014/main" id="{27971545-DB68-D44E-1771-B0C572D016B2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4889500" y="4621213"/>
            <a:ext cx="12207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41590A99-5E0F-4DBE-98A5-E03B392067C3}" type="datetime'Ca''st''i''n''''gs'''''' an''d ''''''f''''''o''''r''ging''s'">
              <a:rPr lang="en-US" altLang="en-US" sz="10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Castings and forgings</a:t>
            </a:fld>
            <a:endParaRPr lang="en-US" sz="1000"/>
          </a:p>
        </p:txBody>
      </p:sp>
      <p:sp>
        <p:nvSpPr>
          <p:cNvPr id="48" name="Text Placeholder 25">
            <a:extLst>
              <a:ext uri="{FF2B5EF4-FFF2-40B4-BE49-F238E27FC236}">
                <a16:creationId xmlns:a16="http://schemas.microsoft.com/office/drawing/2014/main" id="{C6606D0F-98E8-A4B2-D969-52161464C7E6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4889500" y="4824413"/>
            <a:ext cx="13112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42EC7F14-8E34-4BA0-8C29-9659E72D5309}" type="datetime'Coat''in''''gs'''' ''''a''''''nd'' ''i''''n''''sul''atio''n'''">
              <a:rPr lang="en-US" altLang="en-US" sz="10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Coatings and insulation</a:t>
            </a:fld>
            <a:endParaRPr lang="en-US" sz="1000"/>
          </a:p>
        </p:txBody>
      </p:sp>
      <p:sp>
        <p:nvSpPr>
          <p:cNvPr id="77" name="Text Placeholder 25">
            <a:extLst>
              <a:ext uri="{FF2B5EF4-FFF2-40B4-BE49-F238E27FC236}">
                <a16:creationId xmlns:a16="http://schemas.microsoft.com/office/drawing/2014/main" id="{9EC38BED-3A90-2D98-3B8C-51849F4A2F27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4889500" y="5027613"/>
            <a:ext cx="5762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7F8C19E9-29FC-4E72-BDC1-9AA14532E889}" type="datetime'M''''''''ach''''i''''''''''''''n''''''''i''n''''g'''''">
              <a:rPr lang="en-US" altLang="en-US" sz="10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Machining</a:t>
            </a:fld>
            <a:endParaRPr lang="en-US" sz="1000"/>
          </a:p>
        </p:txBody>
      </p:sp>
      <p:sp>
        <p:nvSpPr>
          <p:cNvPr id="76" name="Text Placeholder 25">
            <a:extLst>
              <a:ext uri="{FF2B5EF4-FFF2-40B4-BE49-F238E27FC236}">
                <a16:creationId xmlns:a16="http://schemas.microsoft.com/office/drawing/2014/main" id="{7EC96130-3857-6135-C54B-D863C61E9371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4889500" y="5230813"/>
            <a:ext cx="19367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8680E607-41C6-4D22-A55A-CCB64DB99400}" type="datetime'St''ructur''a''l'' fabric''''a''tion'' an''d'''' p''re-outfit'">
              <a:rPr lang="en-US" altLang="en-US" sz="10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Structural fabrication and pre-outfit</a:t>
            </a:fld>
            <a:endParaRPr lang="en-US" sz="1000"/>
          </a:p>
        </p:txBody>
      </p:sp>
      <p:sp>
        <p:nvSpPr>
          <p:cNvPr id="59" name="Text Placeholder 25">
            <a:extLst>
              <a:ext uri="{FF2B5EF4-FFF2-40B4-BE49-F238E27FC236}">
                <a16:creationId xmlns:a16="http://schemas.microsoft.com/office/drawing/2014/main" id="{5F854AD6-A269-AB1A-1B2D-E6ECD55B35FB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4889500" y="5434013"/>
            <a:ext cx="14732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AB7E5189-D731-4807-A244-CF6001189CF5}" type="datetime'''Pipi''n''g,'' va''lv''e''''s'''','''''' ''''and'' p''umps'''">
              <a:rPr lang="en-US" altLang="en-US" sz="10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Piping, valves, and pumps</a:t>
            </a:fld>
            <a:endParaRPr lang="en-US" sz="1000"/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9B23E173-49C6-1A44-F17A-14274AAB7123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4889500" y="5637213"/>
            <a:ext cx="11382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3AD1E9D5-C3FF-4BB5-B030-9A8427746AAC}" type="datetime'Elec''''''t''ric''''''al'' a''''n''d p''''''''''ow''e''r'''">
              <a:rPr lang="en-US" altLang="en-US" sz="10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Electrical and power</a:t>
            </a:fld>
            <a:endParaRPr lang="en-US" sz="1000"/>
          </a:p>
        </p:txBody>
      </p:sp>
      <p:sp>
        <p:nvSpPr>
          <p:cNvPr id="55" name="Sources">
            <a:extLst>
              <a:ext uri="{FF2B5EF4-FFF2-40B4-BE49-F238E27FC236}">
                <a16:creationId xmlns:a16="http://schemas.microsoft.com/office/drawing/2014/main" id="{916AE9C0-84B7-055F-C2C9-A38C3040757E}"/>
              </a:ext>
            </a:extLst>
          </p:cNvPr>
          <p:cNvSpPr txBox="1"/>
          <p:nvPr/>
        </p:nvSpPr>
        <p:spPr>
          <a:xfrm>
            <a:off x="453079" y="6085448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US" sz="800" kern="120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EOQ); FFATA/FSRS subaward records, yard-prime construction PIIDs, FY22–FY25 action years (work-type shares)</a:t>
            </a:r>
          </a:p>
        </p:txBody>
      </p:sp>
      <p:graphicFrame>
        <p:nvGraphicFramePr>
          <p:cNvPr id="6" name="ClassifierLedger">
            <a:extLst>
              <a:ext uri="{FF2B5EF4-FFF2-40B4-BE49-F238E27FC236}">
                <a16:creationId xmlns:a16="http://schemas.microsoft.com/office/drawing/2014/main" id="{3F32C921-1F8E-69F0-5F2E-C5E5C792455B}"/>
              </a:ext>
            </a:extLst>
          </p:cNvPr>
          <p:cNvGraphicFramePr>
            <a:graphicFrameLocks noGrp="1"/>
          </p:cNvGraphicFramePr>
          <p:nvPr/>
        </p:nvGraphicFramePr>
        <p:xfrm>
          <a:off x="7535441" y="1671600"/>
          <a:ext cx="4200000" cy="3060513"/>
        </p:xfrm>
        <a:graphic>
          <a:graphicData uri="http://schemas.openxmlformats.org/drawingml/2006/table">
            <a:tbl>
              <a:tblPr firstRow="1" firstCol="1">
                <a:tableStyleId>{2D5ABB26-0587-4C30-8999-92F81FD0307C}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Rule applied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 Award pull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Pull FFATA/FSRS subawards; collect visible supplier evidence (mix, not TAM).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 PIID gate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 to yard construction PIIDs per program (BIW / Ingalls; GDEB); GFE chains drop out.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 Entity resolution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Resolve the operating entity paid (UEI), not the parent brand.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 Role filter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Drop non-supplier / non-component roles from the addressable base.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 Work-type assign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 clean match wins one work-type home (vendor registry, NAICS-4).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 Residual discipline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Keep unresolved dollars in the addressable base; residual dilutes named shares.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 Share output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dollars over the addressable base set the modeled work-type and residual shares, per class and per FY; feeds the allocation step.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" name="MethodFindings">
            <a:extLst>
              <a:ext uri="{FF2B5EF4-FFF2-40B4-BE49-F238E27FC236}">
                <a16:creationId xmlns:a16="http://schemas.microsoft.com/office/drawing/2014/main" id="{9A4382F1-891B-7D53-B946-A7DECB3C5B75}"/>
              </a:ext>
            </a:extLst>
          </p:cNvPr>
          <p:cNvSpPr txBox="1"/>
          <p:nvPr/>
        </p:nvSpPr>
        <p:spPr>
          <a:xfrm>
            <a:off x="7535441" y="4923400"/>
            <a:ext cx="4200000" cy="94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  <a:spcAft>
                <a:spcPts val="180"/>
              </a:spcAft>
              <a:buNone/>
            </a:pPr>
            <a:r>
              <a:rPr lang="en-US" sz="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classifier is entity-first and role-first.</a:t>
            </a:r>
          </a:p>
          <a:p>
            <a:pPr>
              <a:lnSpc>
                <a:spcPct val="115000"/>
              </a:lnSpc>
              <a:spcAft>
                <a:spcPts val="180"/>
              </a:spcAft>
              <a:buNone/>
            </a:pPr>
            <a:r>
              <a:rPr lang="en-US" sz="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 window: FY2022–FY2025 yard subawards, per class.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is unclassified award spend.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>
                <a:solidFill>
                  <a:srgbClr val="000000"/>
                </a:solidFill>
                <a:latin typeface="Arial"/>
                <a:ea typeface="Arial"/>
                <a:cs typeface="Arial"/>
              </a:rPr>
              <a:t>Unresolved dollars stay in TAM but outside SAM: the hatched cap on each column's stack.</a:t>
            </a:r>
          </a:p>
        </p:txBody>
      </p:sp>
    </p:spTree>
    <p:extLst>
      <p:ext uri="{BB962C8B-B14F-4D97-AF65-F5344CB8AC3E}">
        <p14:creationId xmlns:p14="http://schemas.microsoft.com/office/powerpoint/2010/main" val="86141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C0823-4275-D0A1-19EC-D035DB064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166C4B1-E644-0783-B217-1937230EBDB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06276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8" imgW="404" imgH="405" progId="TCLayout.ActiveDocument.1">
                  <p:embed/>
                </p:oleObj>
              </mc:Choice>
              <mc:Fallback>
                <p:oleObj name="think-cell Slide" r:id="rId148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166C4B1-E644-0783-B217-1937230EBD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readcrumb">
            <a:extLst>
              <a:ext uri="{FF2B5EF4-FFF2-40B4-BE49-F238E27FC236}">
                <a16:creationId xmlns:a16="http://schemas.microsoft.com/office/drawing/2014/main" id="{4DE21E3C-B4DA-F1CC-B63A-56793AD7CD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b="1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Outsourced BC Annual TAM</a:t>
            </a:r>
          </a:p>
        </p:txBody>
      </p:sp>
      <p:sp>
        <p:nvSpPr>
          <p:cNvPr id="4" name="PrelimChip">
            <a:extLst>
              <a:ext uri="{FF2B5EF4-FFF2-40B4-BE49-F238E27FC236}">
                <a16:creationId xmlns:a16="http://schemas.microsoft.com/office/drawing/2014/main" id="{C8F8ECAF-3146-B104-382A-B8A5B3FEDEED}"/>
              </a:ext>
            </a:extLst>
          </p:cNvPr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lIns="45720" tIns="9144" rIns="45720" bIns="9144" anchor="ctr"/>
          <a:lstStyle/>
          <a:p>
            <a:pPr algn="ctr"/>
            <a:r>
              <a:rPr lang="en-US" sz="1200" b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FA34288-75F1-0906-8662-C45322ED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vert="horz" rIns="0"/>
          <a:lstStyle/>
          <a:p>
            <a:r>
              <a:rPr lang="en-US" sz="2000" kern="120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Outsourced Basic Construction (Annual TAM) | </a:t>
            </a:r>
            <a:r>
              <a:rPr lang="en-US">
                <a:solidFill>
                  <a:srgbClr val="162029"/>
                </a:solidFill>
                <a:ea typeface="Arial"/>
                <a:cs typeface="Arial"/>
              </a:rPr>
              <a:t>After averaging ~$3.3B pre-OBBBA, demand peaks at ~$6.2B in FY26 and is expected to remain elevated at ~$5.1-5.8B per year through FY31.</a:t>
            </a:r>
            <a:endParaRPr lang="en-US" sz="2000" kern="1200">
              <a:solidFill>
                <a:srgbClr val="16202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StripLabel">
            <a:extLst>
              <a:ext uri="{FF2B5EF4-FFF2-40B4-BE49-F238E27FC236}">
                <a16:creationId xmlns:a16="http://schemas.microsoft.com/office/drawing/2014/main" id="{5867A869-E6A2-A8E9-808A-F604784A3712}"/>
              </a:ext>
            </a:extLst>
          </p:cNvPr>
          <p:cNvSpPr txBox="1"/>
          <p:nvPr/>
        </p:nvSpPr>
        <p:spPr>
          <a:xfrm>
            <a:off x="9737" y="4391101"/>
            <a:ext cx="976921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buNone/>
            </a:pPr>
            <a:r>
              <a:rPr lang="en-US" sz="10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%</a:t>
            </a:r>
          </a:p>
        </p:txBody>
      </p:sp>
      <p:sp>
        <p:nvSpPr>
          <p:cNvPr id="134" name="PenOval">
            <a:extLst>
              <a:ext uri="{FF2B5EF4-FFF2-40B4-BE49-F238E27FC236}">
                <a16:creationId xmlns:a16="http://schemas.microsoft.com/office/drawing/2014/main" id="{085F192A-2393-7175-E190-9E883A5E1082}"/>
              </a:ext>
            </a:extLst>
          </p:cNvPr>
          <p:cNvSpPr txBox="1"/>
          <p:nvPr/>
        </p:nvSpPr>
        <p:spPr>
          <a:xfrm>
            <a:off x="1165285" y="4413601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23%</a:t>
            </a:r>
          </a:p>
        </p:txBody>
      </p:sp>
      <p:sp>
        <p:nvSpPr>
          <p:cNvPr id="135" name="PenOval">
            <a:extLst>
              <a:ext uri="{FF2B5EF4-FFF2-40B4-BE49-F238E27FC236}">
                <a16:creationId xmlns:a16="http://schemas.microsoft.com/office/drawing/2014/main" id="{6AD99F32-3A8A-5C21-A089-286FAA4D3B54}"/>
              </a:ext>
            </a:extLst>
          </p:cNvPr>
          <p:cNvSpPr txBox="1"/>
          <p:nvPr/>
        </p:nvSpPr>
        <p:spPr>
          <a:xfrm>
            <a:off x="2258806" y="4413601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24%</a:t>
            </a:r>
          </a:p>
        </p:txBody>
      </p:sp>
      <p:sp>
        <p:nvSpPr>
          <p:cNvPr id="136" name="PenOval">
            <a:extLst>
              <a:ext uri="{FF2B5EF4-FFF2-40B4-BE49-F238E27FC236}">
                <a16:creationId xmlns:a16="http://schemas.microsoft.com/office/drawing/2014/main" id="{8045C6A1-E2B2-6FC9-4B43-C790EC893707}"/>
              </a:ext>
            </a:extLst>
          </p:cNvPr>
          <p:cNvSpPr txBox="1"/>
          <p:nvPr/>
        </p:nvSpPr>
        <p:spPr>
          <a:xfrm>
            <a:off x="3352327" y="4413601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27%</a:t>
            </a:r>
          </a:p>
        </p:txBody>
      </p:sp>
      <p:sp>
        <p:nvSpPr>
          <p:cNvPr id="137" name="PenOval">
            <a:extLst>
              <a:ext uri="{FF2B5EF4-FFF2-40B4-BE49-F238E27FC236}">
                <a16:creationId xmlns:a16="http://schemas.microsoft.com/office/drawing/2014/main" id="{6304BE66-467C-E6EF-6223-6EB9781C6543}"/>
              </a:ext>
            </a:extLst>
          </p:cNvPr>
          <p:cNvSpPr txBox="1"/>
          <p:nvPr/>
        </p:nvSpPr>
        <p:spPr>
          <a:xfrm>
            <a:off x="4445849" y="4413601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19%</a:t>
            </a:r>
          </a:p>
        </p:txBody>
      </p:sp>
      <p:sp>
        <p:nvSpPr>
          <p:cNvPr id="138" name="PenOval">
            <a:extLst>
              <a:ext uri="{FF2B5EF4-FFF2-40B4-BE49-F238E27FC236}">
                <a16:creationId xmlns:a16="http://schemas.microsoft.com/office/drawing/2014/main" id="{CEC04B11-35B8-E81E-06FE-E7B39D4FE481}"/>
              </a:ext>
            </a:extLst>
          </p:cNvPr>
          <p:cNvSpPr txBox="1"/>
          <p:nvPr/>
        </p:nvSpPr>
        <p:spPr>
          <a:xfrm>
            <a:off x="5539370" y="4413601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39" name="PenOval">
            <a:extLst>
              <a:ext uri="{FF2B5EF4-FFF2-40B4-BE49-F238E27FC236}">
                <a16:creationId xmlns:a16="http://schemas.microsoft.com/office/drawing/2014/main" id="{213EF1B2-467C-10D8-31F3-D6B8752BC1D9}"/>
              </a:ext>
            </a:extLst>
          </p:cNvPr>
          <p:cNvSpPr txBox="1"/>
          <p:nvPr/>
        </p:nvSpPr>
        <p:spPr>
          <a:xfrm>
            <a:off x="6632891" y="4413601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26%</a:t>
            </a:r>
          </a:p>
        </p:txBody>
      </p:sp>
      <p:sp>
        <p:nvSpPr>
          <p:cNvPr id="140" name="PenPillRange">
            <a:extLst>
              <a:ext uri="{FF2B5EF4-FFF2-40B4-BE49-F238E27FC236}">
                <a16:creationId xmlns:a16="http://schemas.microsoft.com/office/drawing/2014/main" id="{FC7A352F-A1D7-12AA-7075-D8BF019C7B2A}"/>
              </a:ext>
            </a:extLst>
          </p:cNvPr>
          <p:cNvSpPr txBox="1"/>
          <p:nvPr/>
        </p:nvSpPr>
        <p:spPr>
          <a:xfrm>
            <a:off x="7606412" y="4413601"/>
            <a:ext cx="4010635" cy="17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24–31% (assumed)</a:t>
            </a:r>
          </a:p>
        </p:txBody>
      </p:sp>
      <p:sp>
        <p:nvSpPr>
          <p:cNvPr id="141" name="StripLabel">
            <a:extLst>
              <a:ext uri="{FF2B5EF4-FFF2-40B4-BE49-F238E27FC236}">
                <a16:creationId xmlns:a16="http://schemas.microsoft.com/office/drawing/2014/main" id="{484B9D92-6F22-5387-7412-A25BF01AE246}"/>
              </a:ext>
            </a:extLst>
          </p:cNvPr>
          <p:cNvSpPr txBox="1"/>
          <p:nvPr/>
        </p:nvSpPr>
        <p:spPr>
          <a:xfrm>
            <a:off x="9737" y="4626101"/>
            <a:ext cx="976921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buNone/>
            </a:pPr>
            <a:r>
              <a:rPr lang="en-US" sz="10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Columbia %</a:t>
            </a:r>
          </a:p>
        </p:txBody>
      </p:sp>
      <p:sp>
        <p:nvSpPr>
          <p:cNvPr id="142" name="PenOval">
            <a:extLst>
              <a:ext uri="{FF2B5EF4-FFF2-40B4-BE49-F238E27FC236}">
                <a16:creationId xmlns:a16="http://schemas.microsoft.com/office/drawing/2014/main" id="{19D6AEE2-4AC4-BC06-47E3-6E1644F3DD94}"/>
              </a:ext>
            </a:extLst>
          </p:cNvPr>
          <p:cNvSpPr txBox="1"/>
          <p:nvPr/>
        </p:nvSpPr>
        <p:spPr>
          <a:xfrm>
            <a:off x="3352327" y="4648601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13%</a:t>
            </a:r>
          </a:p>
        </p:txBody>
      </p:sp>
      <p:sp>
        <p:nvSpPr>
          <p:cNvPr id="143" name="PenOval">
            <a:extLst>
              <a:ext uri="{FF2B5EF4-FFF2-40B4-BE49-F238E27FC236}">
                <a16:creationId xmlns:a16="http://schemas.microsoft.com/office/drawing/2014/main" id="{C6E8D957-597A-CB4E-53E4-E357B5968E99}"/>
              </a:ext>
            </a:extLst>
          </p:cNvPr>
          <p:cNvSpPr txBox="1"/>
          <p:nvPr/>
        </p:nvSpPr>
        <p:spPr>
          <a:xfrm>
            <a:off x="5539370" y="4648601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44" name="PenOval">
            <a:extLst>
              <a:ext uri="{FF2B5EF4-FFF2-40B4-BE49-F238E27FC236}">
                <a16:creationId xmlns:a16="http://schemas.microsoft.com/office/drawing/2014/main" id="{EC31313C-F100-C588-2FB6-351A06D249A0}"/>
              </a:ext>
            </a:extLst>
          </p:cNvPr>
          <p:cNvSpPr txBox="1"/>
          <p:nvPr/>
        </p:nvSpPr>
        <p:spPr>
          <a:xfrm>
            <a:off x="6632891" y="4648601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14%</a:t>
            </a:r>
          </a:p>
        </p:txBody>
      </p:sp>
      <p:sp>
        <p:nvSpPr>
          <p:cNvPr id="145" name="PenPillRange">
            <a:extLst>
              <a:ext uri="{FF2B5EF4-FFF2-40B4-BE49-F238E27FC236}">
                <a16:creationId xmlns:a16="http://schemas.microsoft.com/office/drawing/2014/main" id="{012056DA-92EF-880B-F9D9-4B376CCB718E}"/>
              </a:ext>
            </a:extLst>
          </p:cNvPr>
          <p:cNvSpPr txBox="1"/>
          <p:nvPr/>
        </p:nvSpPr>
        <p:spPr>
          <a:xfrm>
            <a:off x="7606412" y="4648601"/>
            <a:ext cx="4010635" cy="17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13–17% (assumed)</a:t>
            </a:r>
          </a:p>
        </p:txBody>
      </p:sp>
      <p:sp>
        <p:nvSpPr>
          <p:cNvPr id="146" name="StripLabel">
            <a:extLst>
              <a:ext uri="{FF2B5EF4-FFF2-40B4-BE49-F238E27FC236}">
                <a16:creationId xmlns:a16="http://schemas.microsoft.com/office/drawing/2014/main" id="{CCD7D116-C5C6-EEEC-E801-7418D64C3F25}"/>
              </a:ext>
            </a:extLst>
          </p:cNvPr>
          <p:cNvSpPr txBox="1"/>
          <p:nvPr/>
        </p:nvSpPr>
        <p:spPr>
          <a:xfrm>
            <a:off x="9737" y="4861101"/>
            <a:ext cx="976921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buNone/>
            </a:pPr>
            <a:r>
              <a:rPr lang="en-US" sz="10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DDG-51 %</a:t>
            </a:r>
          </a:p>
        </p:txBody>
      </p:sp>
      <p:sp>
        <p:nvSpPr>
          <p:cNvPr id="147" name="PenOval">
            <a:extLst>
              <a:ext uri="{FF2B5EF4-FFF2-40B4-BE49-F238E27FC236}">
                <a16:creationId xmlns:a16="http://schemas.microsoft.com/office/drawing/2014/main" id="{D60DC1A6-99F5-5445-452B-C4BBD955FB6A}"/>
              </a:ext>
            </a:extLst>
          </p:cNvPr>
          <p:cNvSpPr txBox="1"/>
          <p:nvPr/>
        </p:nvSpPr>
        <p:spPr>
          <a:xfrm>
            <a:off x="1165285" y="4883601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11%</a:t>
            </a:r>
          </a:p>
        </p:txBody>
      </p:sp>
      <p:sp>
        <p:nvSpPr>
          <p:cNvPr id="148" name="PenOval">
            <a:extLst>
              <a:ext uri="{FF2B5EF4-FFF2-40B4-BE49-F238E27FC236}">
                <a16:creationId xmlns:a16="http://schemas.microsoft.com/office/drawing/2014/main" id="{D8EC5AA3-1DBE-BEA3-98B3-EA7D4FDD0552}"/>
              </a:ext>
            </a:extLst>
          </p:cNvPr>
          <p:cNvSpPr txBox="1"/>
          <p:nvPr/>
        </p:nvSpPr>
        <p:spPr>
          <a:xfrm>
            <a:off x="2258806" y="4883601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49" name="PenOval">
            <a:extLst>
              <a:ext uri="{FF2B5EF4-FFF2-40B4-BE49-F238E27FC236}">
                <a16:creationId xmlns:a16="http://schemas.microsoft.com/office/drawing/2014/main" id="{943A02B7-5EB7-DA4D-EDC7-3F153F776E94}"/>
              </a:ext>
            </a:extLst>
          </p:cNvPr>
          <p:cNvSpPr txBox="1"/>
          <p:nvPr/>
        </p:nvSpPr>
        <p:spPr>
          <a:xfrm>
            <a:off x="3352327" y="4883601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50" name="PenOval">
            <a:extLst>
              <a:ext uri="{FF2B5EF4-FFF2-40B4-BE49-F238E27FC236}">
                <a16:creationId xmlns:a16="http://schemas.microsoft.com/office/drawing/2014/main" id="{A649D6B7-53B6-D5FC-F70D-98C840109283}"/>
              </a:ext>
            </a:extLst>
          </p:cNvPr>
          <p:cNvSpPr txBox="1"/>
          <p:nvPr/>
        </p:nvSpPr>
        <p:spPr>
          <a:xfrm>
            <a:off x="4445849" y="4883601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51" name="PenOval">
            <a:extLst>
              <a:ext uri="{FF2B5EF4-FFF2-40B4-BE49-F238E27FC236}">
                <a16:creationId xmlns:a16="http://schemas.microsoft.com/office/drawing/2014/main" id="{0DCE4AEA-7AB8-DA90-D542-84628B5CCC63}"/>
              </a:ext>
            </a:extLst>
          </p:cNvPr>
          <p:cNvSpPr txBox="1"/>
          <p:nvPr/>
        </p:nvSpPr>
        <p:spPr>
          <a:xfrm>
            <a:off x="5539370" y="4883601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34%</a:t>
            </a:r>
          </a:p>
        </p:txBody>
      </p:sp>
      <p:sp>
        <p:nvSpPr>
          <p:cNvPr id="152" name="PenOval">
            <a:extLst>
              <a:ext uri="{FF2B5EF4-FFF2-40B4-BE49-F238E27FC236}">
                <a16:creationId xmlns:a16="http://schemas.microsoft.com/office/drawing/2014/main" id="{FC9A5218-77EC-9D7F-BDFB-D137D4040DB5}"/>
              </a:ext>
            </a:extLst>
          </p:cNvPr>
          <p:cNvSpPr txBox="1"/>
          <p:nvPr/>
        </p:nvSpPr>
        <p:spPr>
          <a:xfrm>
            <a:off x="6632891" y="4883601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16%</a:t>
            </a:r>
          </a:p>
        </p:txBody>
      </p:sp>
      <p:sp>
        <p:nvSpPr>
          <p:cNvPr id="153" name="PenPillRange">
            <a:extLst>
              <a:ext uri="{FF2B5EF4-FFF2-40B4-BE49-F238E27FC236}">
                <a16:creationId xmlns:a16="http://schemas.microsoft.com/office/drawing/2014/main" id="{50B56953-3D9E-FDF4-324B-56B84ABEAF91}"/>
              </a:ext>
            </a:extLst>
          </p:cNvPr>
          <p:cNvSpPr txBox="1"/>
          <p:nvPr/>
        </p:nvSpPr>
        <p:spPr>
          <a:xfrm>
            <a:off x="7606412" y="4883601"/>
            <a:ext cx="4010635" cy="17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14–19% (assumed)</a:t>
            </a:r>
          </a:p>
        </p:txBody>
      </p:sp>
      <p:graphicFrame>
        <p:nvGraphicFramePr>
          <p:cNvPr id="154" name="BandCommentary">
            <a:extLst>
              <a:ext uri="{FF2B5EF4-FFF2-40B4-BE49-F238E27FC236}">
                <a16:creationId xmlns:a16="http://schemas.microsoft.com/office/drawing/2014/main" id="{4FF9906A-5D49-7202-944F-DAE3BA09E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767746"/>
              </p:ext>
            </p:extLst>
          </p:nvPr>
        </p:nvGraphicFramePr>
        <p:xfrm>
          <a:off x="453079" y="5128594"/>
          <a:ext cx="11282362" cy="1279209"/>
        </p:xfrm>
        <a:graphic>
          <a:graphicData uri="http://schemas.openxmlformats.org/drawingml/2006/table">
            <a:tbl>
              <a:tblPr firstRow="1" firstCol="1">
                <a:tableStyleId>{2D5ABB26-0587-4C30-8999-92F81FD0307C}</a:tableStyleId>
              </a:tblPr>
              <a:tblGrid>
                <a:gridCol w="12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5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Submarines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 funds biennially (FY24/26 in window). Virginia outsources ~24%, Columbia ~13%.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FYDP gross holds ~$19–21B a year (1 Columbia + 2 Virginias from 2028); capacity requires “strategically outsourcing workload to qualified suppliers” (PB27 SCN, Columbia P-10).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Outsourced 11–15%; FY2026 reads 34% on the OBBBA two-ship add plus EOQ AP/LLTM.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FYDP gross $3.9–6.3B a year (two-ship buys FY30–31); upper bound reflects stated intent to grow outsourced manhours ~30%.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Penetration %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Measured per FY and per class: outsourced BC TAM / total ship spend (constant FY2026 $).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Lower bound = FY22–25 class average; upper bound = lower x 1.30 (stated outsourcing intent).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5" name="Sources">
            <a:extLst>
              <a:ext uri="{FF2B5EF4-FFF2-40B4-BE49-F238E27FC236}">
                <a16:creationId xmlns:a16="http://schemas.microsoft.com/office/drawing/2014/main" id="{9CA87F56-5D4F-668C-460F-3F7171639307}"/>
              </a:ext>
            </a:extLst>
          </p:cNvPr>
          <p:cNvSpPr txBox="1"/>
          <p:nvPr/>
        </p:nvSpPr>
        <p:spPr>
          <a:xfrm>
            <a:off x="453079" y="6400404"/>
            <a:ext cx="4630550" cy="5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US" sz="800" kern="120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</a:t>
            </a:r>
          </a:p>
        </p:txBody>
      </p:sp>
      <p:graphicFrame>
        <p:nvGraphicFramePr>
          <p:cNvPr id="1231" name="Chart 1230">
            <a:extLst>
              <a:ext uri="{FF2B5EF4-FFF2-40B4-BE49-F238E27FC236}">
                <a16:creationId xmlns:a16="http://schemas.microsoft.com/office/drawing/2014/main" id="{97D07644-009C-4964-D8AF-9EC80E7B9C4F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15178976"/>
              </p:ext>
            </p:extLst>
          </p:nvPr>
        </p:nvGraphicFramePr>
        <p:xfrm>
          <a:off x="646113" y="1762125"/>
          <a:ext cx="11126787" cy="2487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0"/>
          </a:graphicData>
        </a:graphic>
      </p:graphicFrame>
      <p:cxnSp>
        <p:nvCxnSpPr>
          <p:cNvPr id="1229" name="Straight Connector 1228">
            <a:extLst>
              <a:ext uri="{FF2B5EF4-FFF2-40B4-BE49-F238E27FC236}">
                <a16:creationId xmlns:a16="http://schemas.microsoft.com/office/drawing/2014/main" id="{5B073BD1-9C14-934B-42E2-3D4FE22DD4C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417300" y="3529013"/>
            <a:ext cx="0" cy="217487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8" name="Straight Connector 1227">
            <a:extLst>
              <a:ext uri="{FF2B5EF4-FFF2-40B4-BE49-F238E27FC236}">
                <a16:creationId xmlns:a16="http://schemas.microsoft.com/office/drawing/2014/main" id="{623D05D1-852E-D05E-3E1C-AFD32E4F9F81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1417300" y="2390775"/>
            <a:ext cx="0" cy="158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7" name="Straight Connector 1226">
            <a:extLst>
              <a:ext uri="{FF2B5EF4-FFF2-40B4-BE49-F238E27FC236}">
                <a16:creationId xmlns:a16="http://schemas.microsoft.com/office/drawing/2014/main" id="{CBD8B150-BD23-E724-72D0-A1F13D5C2E0D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11417300" y="3746500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6" name="Straight Connector 1225">
            <a:extLst>
              <a:ext uri="{FF2B5EF4-FFF2-40B4-BE49-F238E27FC236}">
                <a16:creationId xmlns:a16="http://schemas.microsoft.com/office/drawing/2014/main" id="{80AB1308-D93E-F02A-9E2D-BF40B706AE16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11417300" y="2390775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0" name="Straight Connector 1229">
            <a:extLst>
              <a:ext uri="{FF2B5EF4-FFF2-40B4-BE49-F238E27FC236}">
                <a16:creationId xmlns:a16="http://schemas.microsoft.com/office/drawing/2014/main" id="{BA0C6040-7D13-F0A6-F074-EF53226CE834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11690350" y="2390775"/>
            <a:ext cx="0" cy="13557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B2E22355-2048-D9DA-00EB-3955E3EDB1AA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11142663" y="3529013"/>
            <a:ext cx="274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13879075-71C1-B349-783B-9117117CF1DE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11417300" y="2406650"/>
            <a:ext cx="0" cy="11223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96937309-3007-2189-4AAF-465DCDC16106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11142663" y="2406650"/>
            <a:ext cx="0" cy="5540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28E06E8E-41C3-B33D-C094-BC553C2F8C19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11142663" y="2406650"/>
            <a:ext cx="274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775CADEA-BAF7-85FF-C762-DB3E33F1BB25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0869613" y="2960688"/>
            <a:ext cx="273050" cy="865188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B728FD56-275C-2F40-320E-DC05301E8763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10594975" y="2393950"/>
            <a:ext cx="0" cy="13525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8" name="Straight Connector 1037">
            <a:extLst>
              <a:ext uri="{FF2B5EF4-FFF2-40B4-BE49-F238E27FC236}">
                <a16:creationId xmlns:a16="http://schemas.microsoft.com/office/drawing/2014/main" id="{F47346C2-1A53-70BE-DAAF-B9283DF2945B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321925" y="3536950"/>
            <a:ext cx="0" cy="2095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F81CB323-C3F2-EE7D-24BC-C8CB92FA274A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10321925" y="2393950"/>
            <a:ext cx="0" cy="381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469B11E1-E188-E7ED-1B27-7A5B5DEEE1FC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10321925" y="3746500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7A96D6A9-FD03-1038-CE08-3EB0B13FF3E7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10321925" y="2393950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77FEB975-C3E5-1DFC-AC73-D5511C716877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10048875" y="2432050"/>
            <a:ext cx="0" cy="5603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999B13A9-C31E-4307-0628-B97DF82A45A8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>
            <a:off x="10048875" y="3536950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216DB3BB-6768-AA56-D786-16A6904A82E1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>
            <a:off x="10048875" y="2432050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EC9AE82B-C563-C5E5-1980-64611E1E1076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10321925" y="2432050"/>
            <a:ext cx="0" cy="11049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DC9D97FB-BC02-0F1A-B3FF-8172B78445CF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9774238" y="2992438"/>
            <a:ext cx="274638" cy="839788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0" name="Straight Connector 1029">
            <a:extLst>
              <a:ext uri="{FF2B5EF4-FFF2-40B4-BE49-F238E27FC236}">
                <a16:creationId xmlns:a16="http://schemas.microsoft.com/office/drawing/2014/main" id="{2851B2E7-1CE4-4C35-7F91-DC020E546B70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501188" y="2371725"/>
            <a:ext cx="0" cy="137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2013F2CF-06D9-7C65-64F8-C8F812D64A8D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9228138" y="3481388"/>
            <a:ext cx="0" cy="2619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EDE8E9F8-0D25-BD23-BB53-215BD23F00BA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9228138" y="3743325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8543D630-2C71-63D0-2CBB-2EB08C8A9700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9228138" y="2371725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6" name="Straight Connector 1025">
            <a:extLst>
              <a:ext uri="{FF2B5EF4-FFF2-40B4-BE49-F238E27FC236}">
                <a16:creationId xmlns:a16="http://schemas.microsoft.com/office/drawing/2014/main" id="{9BEDD36E-8F36-3747-CA80-99B1A0BF4365}"/>
              </a:ext>
            </a:extLst>
          </p:cNvPr>
          <p:cNvCxnSpPr/>
          <p:nvPr>
            <p:custDataLst>
              <p:tags r:id="rId27"/>
            </p:custDataLst>
          </p:nvPr>
        </p:nvCxnSpPr>
        <p:spPr bwMode="auto">
          <a:xfrm>
            <a:off x="9228138" y="2254250"/>
            <a:ext cx="0" cy="12271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DDA256B5-5CF8-B48F-4A44-677D6600E9AD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8953500" y="3481388"/>
            <a:ext cx="274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21CA5C5F-65E9-9C21-27CC-6D0A16C35594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>
            <a:off x="8953500" y="2254250"/>
            <a:ext cx="0" cy="10985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3" name="Straight Connector 1022">
            <a:extLst>
              <a:ext uri="{FF2B5EF4-FFF2-40B4-BE49-F238E27FC236}">
                <a16:creationId xmlns:a16="http://schemas.microsoft.com/office/drawing/2014/main" id="{63497421-8227-5E68-8AE6-5AAB99353649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>
            <a:off x="8953500" y="2254250"/>
            <a:ext cx="274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EA74F3BA-801D-116A-47F4-F0D72B4A8FC5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8680450" y="3352800"/>
            <a:ext cx="273050" cy="5461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9" name="Straight Connector 1018">
            <a:extLst>
              <a:ext uri="{FF2B5EF4-FFF2-40B4-BE49-F238E27FC236}">
                <a16:creationId xmlns:a16="http://schemas.microsoft.com/office/drawing/2014/main" id="{1FA1A2A0-1F34-B7F7-2E97-E1BE76D611EB}"/>
              </a:ext>
            </a:extLst>
          </p:cNvPr>
          <p:cNvCxnSpPr/>
          <p:nvPr>
            <p:custDataLst>
              <p:tags r:id="rId32"/>
            </p:custDataLst>
          </p:nvPr>
        </p:nvCxnSpPr>
        <p:spPr bwMode="auto">
          <a:xfrm>
            <a:off x="8132763" y="2373313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2" name="Straight Connector 1021">
            <a:extLst>
              <a:ext uri="{FF2B5EF4-FFF2-40B4-BE49-F238E27FC236}">
                <a16:creationId xmlns:a16="http://schemas.microsoft.com/office/drawing/2014/main" id="{638468FC-AD0F-D2CC-DC0E-C8B5EAF3FEDE}"/>
              </a:ext>
            </a:extLst>
          </p:cNvPr>
          <p:cNvCxnSpPr/>
          <p:nvPr>
            <p:custDataLst>
              <p:tags r:id="rId33"/>
            </p:custDataLst>
          </p:nvPr>
        </p:nvCxnSpPr>
        <p:spPr bwMode="auto">
          <a:xfrm>
            <a:off x="8405813" y="2373313"/>
            <a:ext cx="0" cy="13700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1" name="Straight Connector 1020">
            <a:extLst>
              <a:ext uri="{FF2B5EF4-FFF2-40B4-BE49-F238E27FC236}">
                <a16:creationId xmlns:a16="http://schemas.microsoft.com/office/drawing/2014/main" id="{CDA7224D-5E4C-2948-7D6E-3BC95675DBB3}"/>
              </a:ext>
            </a:extLst>
          </p:cNvPr>
          <p:cNvCxnSpPr/>
          <p:nvPr>
            <p:custDataLst>
              <p:tags r:id="rId34"/>
            </p:custDataLst>
          </p:nvPr>
        </p:nvCxnSpPr>
        <p:spPr bwMode="auto">
          <a:xfrm>
            <a:off x="8132763" y="3460750"/>
            <a:ext cx="0" cy="2825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0" name="Straight Connector 1019">
            <a:extLst>
              <a:ext uri="{FF2B5EF4-FFF2-40B4-BE49-F238E27FC236}">
                <a16:creationId xmlns:a16="http://schemas.microsoft.com/office/drawing/2014/main" id="{B674B2BE-37C0-1595-E8BA-9902E76F4338}"/>
              </a:ext>
            </a:extLst>
          </p:cNvPr>
          <p:cNvCxnSpPr/>
          <p:nvPr>
            <p:custDataLst>
              <p:tags r:id="rId35"/>
            </p:custDataLst>
          </p:nvPr>
        </p:nvCxnSpPr>
        <p:spPr bwMode="auto">
          <a:xfrm>
            <a:off x="8132763" y="3743325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6" name="Straight Connector 1015">
            <a:extLst>
              <a:ext uri="{FF2B5EF4-FFF2-40B4-BE49-F238E27FC236}">
                <a16:creationId xmlns:a16="http://schemas.microsoft.com/office/drawing/2014/main" id="{41C69800-A297-CCA8-1992-A95D26D15CE8}"/>
              </a:ext>
            </a:extLst>
          </p:cNvPr>
          <p:cNvCxnSpPr/>
          <p:nvPr>
            <p:custDataLst>
              <p:tags r:id="rId36"/>
            </p:custDataLst>
          </p:nvPr>
        </p:nvCxnSpPr>
        <p:spPr bwMode="auto">
          <a:xfrm>
            <a:off x="7859713" y="3460750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5" name="Straight Connector 1014">
            <a:extLst>
              <a:ext uri="{FF2B5EF4-FFF2-40B4-BE49-F238E27FC236}">
                <a16:creationId xmlns:a16="http://schemas.microsoft.com/office/drawing/2014/main" id="{F9B23A46-A295-D4FA-331C-1051810E4642}"/>
              </a:ext>
            </a:extLst>
          </p:cNvPr>
          <p:cNvCxnSpPr/>
          <p:nvPr>
            <p:custDataLst>
              <p:tags r:id="rId37"/>
            </p:custDataLst>
          </p:nvPr>
        </p:nvCxnSpPr>
        <p:spPr bwMode="auto">
          <a:xfrm>
            <a:off x="7859713" y="2185988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7" name="Straight Connector 1016">
            <a:extLst>
              <a:ext uri="{FF2B5EF4-FFF2-40B4-BE49-F238E27FC236}">
                <a16:creationId xmlns:a16="http://schemas.microsoft.com/office/drawing/2014/main" id="{643169F0-1BC7-5E4F-8545-3CCDF9DA2C99}"/>
              </a:ext>
            </a:extLst>
          </p:cNvPr>
          <p:cNvCxnSpPr/>
          <p:nvPr>
            <p:custDataLst>
              <p:tags r:id="rId38"/>
            </p:custDataLst>
          </p:nvPr>
        </p:nvCxnSpPr>
        <p:spPr bwMode="auto">
          <a:xfrm>
            <a:off x="7859713" y="2185988"/>
            <a:ext cx="0" cy="11826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8" name="Straight Connector 1017">
            <a:extLst>
              <a:ext uri="{FF2B5EF4-FFF2-40B4-BE49-F238E27FC236}">
                <a16:creationId xmlns:a16="http://schemas.microsoft.com/office/drawing/2014/main" id="{C3EFD9D2-C522-CDF7-9628-C0C5B475DAA3}"/>
              </a:ext>
            </a:extLst>
          </p:cNvPr>
          <p:cNvCxnSpPr/>
          <p:nvPr>
            <p:custDataLst>
              <p:tags r:id="rId39"/>
            </p:custDataLst>
          </p:nvPr>
        </p:nvCxnSpPr>
        <p:spPr bwMode="auto">
          <a:xfrm>
            <a:off x="8132763" y="2185988"/>
            <a:ext cx="0" cy="12747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FD1B55A8-5D58-B3ED-1E8E-CF7435CE9A78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7585075" y="3368675"/>
            <a:ext cx="274638" cy="5334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7" name="Straight Connector 886">
            <a:extLst>
              <a:ext uri="{FF2B5EF4-FFF2-40B4-BE49-F238E27FC236}">
                <a16:creationId xmlns:a16="http://schemas.microsoft.com/office/drawing/2014/main" id="{74998362-E30E-4906-9C92-A8AF5F489743}"/>
              </a:ext>
            </a:extLst>
          </p:cNvPr>
          <p:cNvCxnSpPr/>
          <p:nvPr>
            <p:custDataLst>
              <p:tags r:id="rId41"/>
            </p:custDataLst>
          </p:nvPr>
        </p:nvCxnSpPr>
        <p:spPr bwMode="auto">
          <a:xfrm>
            <a:off x="7312025" y="2279650"/>
            <a:ext cx="0" cy="14938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9" name="Straight Connector 958">
            <a:extLst>
              <a:ext uri="{FF2B5EF4-FFF2-40B4-BE49-F238E27FC236}">
                <a16:creationId xmlns:a16="http://schemas.microsoft.com/office/drawing/2014/main" id="{F3540CC4-2597-AD64-BB5F-39AA94748B4B}"/>
              </a:ext>
            </a:extLst>
          </p:cNvPr>
          <p:cNvCxnSpPr/>
          <p:nvPr>
            <p:custDataLst>
              <p:tags r:id="rId42"/>
            </p:custDataLst>
          </p:nvPr>
        </p:nvCxnSpPr>
        <p:spPr bwMode="auto">
          <a:xfrm>
            <a:off x="7037388" y="3521075"/>
            <a:ext cx="0" cy="2524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4" name="Straight Connector 883">
            <a:extLst>
              <a:ext uri="{FF2B5EF4-FFF2-40B4-BE49-F238E27FC236}">
                <a16:creationId xmlns:a16="http://schemas.microsoft.com/office/drawing/2014/main" id="{5F562707-40E0-972D-7E63-A1D24E211ABC}"/>
              </a:ext>
            </a:extLst>
          </p:cNvPr>
          <p:cNvCxnSpPr/>
          <p:nvPr>
            <p:custDataLst>
              <p:tags r:id="rId43"/>
            </p:custDataLst>
          </p:nvPr>
        </p:nvCxnSpPr>
        <p:spPr bwMode="auto">
          <a:xfrm>
            <a:off x="7037388" y="2279650"/>
            <a:ext cx="274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5" name="Straight Connector 884">
            <a:extLst>
              <a:ext uri="{FF2B5EF4-FFF2-40B4-BE49-F238E27FC236}">
                <a16:creationId xmlns:a16="http://schemas.microsoft.com/office/drawing/2014/main" id="{23761AF2-458B-5F04-46D1-D566140EAB6C}"/>
              </a:ext>
            </a:extLst>
          </p:cNvPr>
          <p:cNvCxnSpPr/>
          <p:nvPr>
            <p:custDataLst>
              <p:tags r:id="rId44"/>
            </p:custDataLst>
          </p:nvPr>
        </p:nvCxnSpPr>
        <p:spPr bwMode="auto">
          <a:xfrm>
            <a:off x="7037388" y="3773488"/>
            <a:ext cx="274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0" name="Straight Connector 989">
            <a:extLst>
              <a:ext uri="{FF2B5EF4-FFF2-40B4-BE49-F238E27FC236}">
                <a16:creationId xmlns:a16="http://schemas.microsoft.com/office/drawing/2014/main" id="{710A0F7D-9716-CF4C-D14A-9966A91B8B70}"/>
              </a:ext>
            </a:extLst>
          </p:cNvPr>
          <p:cNvCxnSpPr/>
          <p:nvPr>
            <p:custDataLst>
              <p:tags r:id="rId45"/>
            </p:custDataLst>
          </p:nvPr>
        </p:nvCxnSpPr>
        <p:spPr bwMode="auto">
          <a:xfrm>
            <a:off x="6764338" y="2122488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1" name="Straight Connector 990">
            <a:extLst>
              <a:ext uri="{FF2B5EF4-FFF2-40B4-BE49-F238E27FC236}">
                <a16:creationId xmlns:a16="http://schemas.microsoft.com/office/drawing/2014/main" id="{D09B885D-DBDB-837D-240E-8297427C45FE}"/>
              </a:ext>
            </a:extLst>
          </p:cNvPr>
          <p:cNvCxnSpPr/>
          <p:nvPr>
            <p:custDataLst>
              <p:tags r:id="rId46"/>
            </p:custDataLst>
          </p:nvPr>
        </p:nvCxnSpPr>
        <p:spPr bwMode="auto">
          <a:xfrm>
            <a:off x="6764338" y="3521075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2" name="Straight Connector 991">
            <a:extLst>
              <a:ext uri="{FF2B5EF4-FFF2-40B4-BE49-F238E27FC236}">
                <a16:creationId xmlns:a16="http://schemas.microsoft.com/office/drawing/2014/main" id="{62C91F82-D0C2-36C8-46CF-3E577B5E7B1B}"/>
              </a:ext>
            </a:extLst>
          </p:cNvPr>
          <p:cNvCxnSpPr/>
          <p:nvPr>
            <p:custDataLst>
              <p:tags r:id="rId47"/>
            </p:custDataLst>
          </p:nvPr>
        </p:nvCxnSpPr>
        <p:spPr bwMode="auto">
          <a:xfrm>
            <a:off x="6764338" y="2122488"/>
            <a:ext cx="0" cy="11938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3" name="Straight Connector 992">
            <a:extLst>
              <a:ext uri="{FF2B5EF4-FFF2-40B4-BE49-F238E27FC236}">
                <a16:creationId xmlns:a16="http://schemas.microsoft.com/office/drawing/2014/main" id="{17EBA5C0-99C4-41AF-843B-BF05CB211150}"/>
              </a:ext>
            </a:extLst>
          </p:cNvPr>
          <p:cNvCxnSpPr/>
          <p:nvPr>
            <p:custDataLst>
              <p:tags r:id="rId48"/>
            </p:custDataLst>
          </p:nvPr>
        </p:nvCxnSpPr>
        <p:spPr bwMode="auto">
          <a:xfrm>
            <a:off x="7037388" y="2122488"/>
            <a:ext cx="0" cy="1398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9" name="Rectangle 988">
            <a:extLst>
              <a:ext uri="{FF2B5EF4-FFF2-40B4-BE49-F238E27FC236}">
                <a16:creationId xmlns:a16="http://schemas.microsoft.com/office/drawing/2014/main" id="{1A042BDD-62C1-2969-77C4-7B4764139226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6491288" y="3316288"/>
            <a:ext cx="273050" cy="5937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8" name="Straight Connector 877">
            <a:extLst>
              <a:ext uri="{FF2B5EF4-FFF2-40B4-BE49-F238E27FC236}">
                <a16:creationId xmlns:a16="http://schemas.microsoft.com/office/drawing/2014/main" id="{63FEC8B4-4B27-47C4-CFF8-A68172B04762}"/>
              </a:ext>
            </a:extLst>
          </p:cNvPr>
          <p:cNvCxnSpPr/>
          <p:nvPr>
            <p:custDataLst>
              <p:tags r:id="rId50"/>
            </p:custDataLst>
          </p:nvPr>
        </p:nvCxnSpPr>
        <p:spPr bwMode="auto">
          <a:xfrm>
            <a:off x="5943600" y="2200275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9" name="Straight Connector 878">
            <a:extLst>
              <a:ext uri="{FF2B5EF4-FFF2-40B4-BE49-F238E27FC236}">
                <a16:creationId xmlns:a16="http://schemas.microsoft.com/office/drawing/2014/main" id="{4234AD5D-BB5F-E182-C217-C2DF76AB8BBC}"/>
              </a:ext>
            </a:extLst>
          </p:cNvPr>
          <p:cNvCxnSpPr/>
          <p:nvPr>
            <p:custDataLst>
              <p:tags r:id="rId51"/>
            </p:custDataLst>
          </p:nvPr>
        </p:nvCxnSpPr>
        <p:spPr bwMode="auto">
          <a:xfrm>
            <a:off x="5943600" y="3757613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6" name="Straight Connector 955">
            <a:extLst>
              <a:ext uri="{FF2B5EF4-FFF2-40B4-BE49-F238E27FC236}">
                <a16:creationId xmlns:a16="http://schemas.microsoft.com/office/drawing/2014/main" id="{4DCCB8B3-375F-5EB9-C7B7-25B3FCA00B0D}"/>
              </a:ext>
            </a:extLst>
          </p:cNvPr>
          <p:cNvCxnSpPr/>
          <p:nvPr>
            <p:custDataLst>
              <p:tags r:id="rId52"/>
            </p:custDataLst>
          </p:nvPr>
        </p:nvCxnSpPr>
        <p:spPr bwMode="auto">
          <a:xfrm>
            <a:off x="5943600" y="2200275"/>
            <a:ext cx="0" cy="128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4D78A051-C2B4-2F1B-75ED-EAA85E30B49E}"/>
              </a:ext>
            </a:extLst>
          </p:cNvPr>
          <p:cNvCxnSpPr/>
          <p:nvPr>
            <p:custDataLst>
              <p:tags r:id="rId53"/>
            </p:custDataLst>
          </p:nvPr>
        </p:nvCxnSpPr>
        <p:spPr bwMode="auto">
          <a:xfrm>
            <a:off x="5943600" y="3689350"/>
            <a:ext cx="0" cy="682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2" name="Straight Connector 881">
            <a:extLst>
              <a:ext uri="{FF2B5EF4-FFF2-40B4-BE49-F238E27FC236}">
                <a16:creationId xmlns:a16="http://schemas.microsoft.com/office/drawing/2014/main" id="{0CC4CAA7-E111-D9E0-0675-77D24947322B}"/>
              </a:ext>
            </a:extLst>
          </p:cNvPr>
          <p:cNvCxnSpPr/>
          <p:nvPr>
            <p:custDataLst>
              <p:tags r:id="rId54"/>
            </p:custDataLst>
          </p:nvPr>
        </p:nvCxnSpPr>
        <p:spPr bwMode="auto">
          <a:xfrm>
            <a:off x="6216650" y="2200274"/>
            <a:ext cx="0" cy="15573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6" name="Straight Connector 985">
            <a:extLst>
              <a:ext uri="{FF2B5EF4-FFF2-40B4-BE49-F238E27FC236}">
                <a16:creationId xmlns:a16="http://schemas.microsoft.com/office/drawing/2014/main" id="{15852DCF-1BB4-A0D0-3A7F-B6C97D47CBFF}"/>
              </a:ext>
            </a:extLst>
          </p:cNvPr>
          <p:cNvCxnSpPr/>
          <p:nvPr>
            <p:custDataLst>
              <p:tags r:id="rId55"/>
            </p:custDataLst>
          </p:nvPr>
        </p:nvCxnSpPr>
        <p:spPr bwMode="auto">
          <a:xfrm>
            <a:off x="5670550" y="3689350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8" name="Straight Connector 987">
            <a:extLst>
              <a:ext uri="{FF2B5EF4-FFF2-40B4-BE49-F238E27FC236}">
                <a16:creationId xmlns:a16="http://schemas.microsoft.com/office/drawing/2014/main" id="{58E0D9DF-DFBD-6FAD-6A2E-83A8AF4268E6}"/>
              </a:ext>
            </a:extLst>
          </p:cNvPr>
          <p:cNvCxnSpPr/>
          <p:nvPr>
            <p:custDataLst>
              <p:tags r:id="rId56"/>
            </p:custDataLst>
          </p:nvPr>
        </p:nvCxnSpPr>
        <p:spPr bwMode="auto">
          <a:xfrm>
            <a:off x="5943600" y="2328863"/>
            <a:ext cx="0" cy="13604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5" name="Straight Connector 984">
            <a:extLst>
              <a:ext uri="{FF2B5EF4-FFF2-40B4-BE49-F238E27FC236}">
                <a16:creationId xmlns:a16="http://schemas.microsoft.com/office/drawing/2014/main" id="{F669882E-DA75-9FFE-0D7E-0CE7C4687893}"/>
              </a:ext>
            </a:extLst>
          </p:cNvPr>
          <p:cNvCxnSpPr/>
          <p:nvPr>
            <p:custDataLst>
              <p:tags r:id="rId57"/>
            </p:custDataLst>
          </p:nvPr>
        </p:nvCxnSpPr>
        <p:spPr bwMode="auto">
          <a:xfrm>
            <a:off x="5670550" y="2328863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7" name="Straight Connector 986">
            <a:extLst>
              <a:ext uri="{FF2B5EF4-FFF2-40B4-BE49-F238E27FC236}">
                <a16:creationId xmlns:a16="http://schemas.microsoft.com/office/drawing/2014/main" id="{BC1A000E-C0CE-E04B-DEC3-C96563C903FB}"/>
              </a:ext>
            </a:extLst>
          </p:cNvPr>
          <p:cNvCxnSpPr/>
          <p:nvPr>
            <p:custDataLst>
              <p:tags r:id="rId58"/>
            </p:custDataLst>
          </p:nvPr>
        </p:nvCxnSpPr>
        <p:spPr bwMode="auto">
          <a:xfrm>
            <a:off x="5670550" y="2328863"/>
            <a:ext cx="0" cy="7270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4" name="Rectangle 983">
            <a:extLst>
              <a:ext uri="{FF2B5EF4-FFF2-40B4-BE49-F238E27FC236}">
                <a16:creationId xmlns:a16="http://schemas.microsoft.com/office/drawing/2014/main" id="{9B3A6939-A70D-75EE-10C9-C8B86762B0C8}"/>
              </a:ext>
            </a:extLst>
          </p:cNvPr>
          <p:cNvSpPr/>
          <p:nvPr>
            <p:custDataLst>
              <p:tags r:id="rId59"/>
            </p:custDataLst>
          </p:nvPr>
        </p:nvSpPr>
        <p:spPr bwMode="auto">
          <a:xfrm>
            <a:off x="5395913" y="3055938"/>
            <a:ext cx="274638" cy="64135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0" name="Straight Connector 979">
            <a:extLst>
              <a:ext uri="{FF2B5EF4-FFF2-40B4-BE49-F238E27FC236}">
                <a16:creationId xmlns:a16="http://schemas.microsoft.com/office/drawing/2014/main" id="{84B8875A-14E3-25C7-705C-032AAD04B924}"/>
              </a:ext>
            </a:extLst>
          </p:cNvPr>
          <p:cNvCxnSpPr/>
          <p:nvPr>
            <p:custDataLst>
              <p:tags r:id="rId60"/>
            </p:custDataLst>
          </p:nvPr>
        </p:nvCxnSpPr>
        <p:spPr bwMode="auto">
          <a:xfrm>
            <a:off x="4575175" y="2379663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3" name="Straight Connector 982">
            <a:extLst>
              <a:ext uri="{FF2B5EF4-FFF2-40B4-BE49-F238E27FC236}">
                <a16:creationId xmlns:a16="http://schemas.microsoft.com/office/drawing/2014/main" id="{20324817-CCFF-9980-ED63-AE263C253D51}"/>
              </a:ext>
            </a:extLst>
          </p:cNvPr>
          <p:cNvCxnSpPr/>
          <p:nvPr>
            <p:custDataLst>
              <p:tags r:id="rId61"/>
            </p:custDataLst>
          </p:nvPr>
        </p:nvCxnSpPr>
        <p:spPr bwMode="auto">
          <a:xfrm>
            <a:off x="4848225" y="2379663"/>
            <a:ext cx="0" cy="13319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1" name="Straight Connector 980">
            <a:extLst>
              <a:ext uri="{FF2B5EF4-FFF2-40B4-BE49-F238E27FC236}">
                <a16:creationId xmlns:a16="http://schemas.microsoft.com/office/drawing/2014/main" id="{248AFA19-9B58-56C6-245C-D19913BB7F4A}"/>
              </a:ext>
            </a:extLst>
          </p:cNvPr>
          <p:cNvCxnSpPr/>
          <p:nvPr>
            <p:custDataLst>
              <p:tags r:id="rId62"/>
            </p:custDataLst>
          </p:nvPr>
        </p:nvCxnSpPr>
        <p:spPr bwMode="auto">
          <a:xfrm>
            <a:off x="4575175" y="3711575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ADA3B44A-2972-0B95-6741-195030BA95A1}"/>
              </a:ext>
            </a:extLst>
          </p:cNvPr>
          <p:cNvCxnSpPr/>
          <p:nvPr>
            <p:custDataLst>
              <p:tags r:id="rId63"/>
            </p:custDataLst>
          </p:nvPr>
        </p:nvCxnSpPr>
        <p:spPr bwMode="auto">
          <a:xfrm>
            <a:off x="4575175" y="2379663"/>
            <a:ext cx="0" cy="2841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9" name="Rectangle 978">
            <a:extLst>
              <a:ext uri="{FF2B5EF4-FFF2-40B4-BE49-F238E27FC236}">
                <a16:creationId xmlns:a16="http://schemas.microsoft.com/office/drawing/2014/main" id="{824556C1-C7D5-20CC-D4EB-0DD199D3E8F9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4302125" y="2663825"/>
            <a:ext cx="273050" cy="1150938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5" name="Straight Connector 874">
            <a:extLst>
              <a:ext uri="{FF2B5EF4-FFF2-40B4-BE49-F238E27FC236}">
                <a16:creationId xmlns:a16="http://schemas.microsoft.com/office/drawing/2014/main" id="{28DE66FC-3A21-917E-C15D-3D8AE6475AA3}"/>
              </a:ext>
            </a:extLst>
          </p:cNvPr>
          <p:cNvCxnSpPr/>
          <p:nvPr>
            <p:custDataLst>
              <p:tags r:id="rId65"/>
            </p:custDataLst>
          </p:nvPr>
        </p:nvCxnSpPr>
        <p:spPr bwMode="auto">
          <a:xfrm>
            <a:off x="4027488" y="2136775"/>
            <a:ext cx="0" cy="16414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3" name="Straight Connector 952">
            <a:extLst>
              <a:ext uri="{FF2B5EF4-FFF2-40B4-BE49-F238E27FC236}">
                <a16:creationId xmlns:a16="http://schemas.microsoft.com/office/drawing/2014/main" id="{51A50DC7-C744-976F-0CC8-DC2364F49872}"/>
              </a:ext>
            </a:extLst>
          </p:cNvPr>
          <p:cNvCxnSpPr/>
          <p:nvPr>
            <p:custDataLst>
              <p:tags r:id="rId66"/>
            </p:custDataLst>
          </p:nvPr>
        </p:nvCxnSpPr>
        <p:spPr bwMode="auto">
          <a:xfrm>
            <a:off x="3754438" y="3479800"/>
            <a:ext cx="0" cy="2984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3" name="Straight Connector 872">
            <a:extLst>
              <a:ext uri="{FF2B5EF4-FFF2-40B4-BE49-F238E27FC236}">
                <a16:creationId xmlns:a16="http://schemas.microsoft.com/office/drawing/2014/main" id="{C08DCD3C-520D-9371-ED61-611B7A1A744A}"/>
              </a:ext>
            </a:extLst>
          </p:cNvPr>
          <p:cNvCxnSpPr/>
          <p:nvPr>
            <p:custDataLst>
              <p:tags r:id="rId67"/>
            </p:custDataLst>
          </p:nvPr>
        </p:nvCxnSpPr>
        <p:spPr bwMode="auto">
          <a:xfrm>
            <a:off x="3754438" y="3778250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2" name="Straight Connector 871">
            <a:extLst>
              <a:ext uri="{FF2B5EF4-FFF2-40B4-BE49-F238E27FC236}">
                <a16:creationId xmlns:a16="http://schemas.microsoft.com/office/drawing/2014/main" id="{F595FF6E-9527-4CAE-EFCE-8B36242180A6}"/>
              </a:ext>
            </a:extLst>
          </p:cNvPr>
          <p:cNvCxnSpPr/>
          <p:nvPr>
            <p:custDataLst>
              <p:tags r:id="rId68"/>
            </p:custDataLst>
          </p:nvPr>
        </p:nvCxnSpPr>
        <p:spPr bwMode="auto">
          <a:xfrm>
            <a:off x="3754438" y="2136775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8" name="Straight Connector 977">
            <a:extLst>
              <a:ext uri="{FF2B5EF4-FFF2-40B4-BE49-F238E27FC236}">
                <a16:creationId xmlns:a16="http://schemas.microsoft.com/office/drawing/2014/main" id="{FD651E15-1050-7442-AE7E-5B47112BDC33}"/>
              </a:ext>
            </a:extLst>
          </p:cNvPr>
          <p:cNvCxnSpPr/>
          <p:nvPr>
            <p:custDataLst>
              <p:tags r:id="rId69"/>
            </p:custDataLst>
          </p:nvPr>
        </p:nvCxnSpPr>
        <p:spPr bwMode="auto">
          <a:xfrm>
            <a:off x="3754438" y="2016125"/>
            <a:ext cx="0" cy="1463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6" name="Straight Connector 975">
            <a:extLst>
              <a:ext uri="{FF2B5EF4-FFF2-40B4-BE49-F238E27FC236}">
                <a16:creationId xmlns:a16="http://schemas.microsoft.com/office/drawing/2014/main" id="{2EBCDFF9-0992-2B3B-DB6C-DB8D8EE697A6}"/>
              </a:ext>
            </a:extLst>
          </p:cNvPr>
          <p:cNvCxnSpPr/>
          <p:nvPr>
            <p:custDataLst>
              <p:tags r:id="rId70"/>
            </p:custDataLst>
          </p:nvPr>
        </p:nvCxnSpPr>
        <p:spPr bwMode="auto">
          <a:xfrm>
            <a:off x="3479800" y="3479800"/>
            <a:ext cx="274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5" name="Straight Connector 974">
            <a:extLst>
              <a:ext uri="{FF2B5EF4-FFF2-40B4-BE49-F238E27FC236}">
                <a16:creationId xmlns:a16="http://schemas.microsoft.com/office/drawing/2014/main" id="{0A89C589-45AD-A5B1-6515-E633C1BB924F}"/>
              </a:ext>
            </a:extLst>
          </p:cNvPr>
          <p:cNvCxnSpPr/>
          <p:nvPr>
            <p:custDataLst>
              <p:tags r:id="rId71"/>
            </p:custDataLst>
          </p:nvPr>
        </p:nvCxnSpPr>
        <p:spPr bwMode="auto">
          <a:xfrm>
            <a:off x="3479800" y="2016125"/>
            <a:ext cx="274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7" name="Straight Connector 976">
            <a:extLst>
              <a:ext uri="{FF2B5EF4-FFF2-40B4-BE49-F238E27FC236}">
                <a16:creationId xmlns:a16="http://schemas.microsoft.com/office/drawing/2014/main" id="{31853A11-4673-A644-6BDD-77C5BCAB0795}"/>
              </a:ext>
            </a:extLst>
          </p:cNvPr>
          <p:cNvCxnSpPr/>
          <p:nvPr>
            <p:custDataLst>
              <p:tags r:id="rId72"/>
            </p:custDataLst>
          </p:nvPr>
        </p:nvCxnSpPr>
        <p:spPr bwMode="auto">
          <a:xfrm>
            <a:off x="3479800" y="2016125"/>
            <a:ext cx="0" cy="10382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4" name="Rectangle 973">
            <a:extLst>
              <a:ext uri="{FF2B5EF4-FFF2-40B4-BE49-F238E27FC236}">
                <a16:creationId xmlns:a16="http://schemas.microsoft.com/office/drawing/2014/main" id="{D74F63D9-F956-591C-9978-2BF445DD8F3A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3206750" y="3054350"/>
            <a:ext cx="273050" cy="8223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3" name="Straight Connector 972">
            <a:extLst>
              <a:ext uri="{FF2B5EF4-FFF2-40B4-BE49-F238E27FC236}">
                <a16:creationId xmlns:a16="http://schemas.microsoft.com/office/drawing/2014/main" id="{A6B4DEE2-E957-A782-892C-278E2EE6FEF5}"/>
              </a:ext>
            </a:extLst>
          </p:cNvPr>
          <p:cNvCxnSpPr/>
          <p:nvPr>
            <p:custDataLst>
              <p:tags r:id="rId74"/>
            </p:custDataLst>
          </p:nvPr>
        </p:nvCxnSpPr>
        <p:spPr bwMode="auto">
          <a:xfrm>
            <a:off x="2659063" y="2708275"/>
            <a:ext cx="0" cy="10017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2" name="Straight Connector 971">
            <a:extLst>
              <a:ext uri="{FF2B5EF4-FFF2-40B4-BE49-F238E27FC236}">
                <a16:creationId xmlns:a16="http://schemas.microsoft.com/office/drawing/2014/main" id="{6B1C2C82-4879-05F7-0AC0-6E97B7BE2D07}"/>
              </a:ext>
            </a:extLst>
          </p:cNvPr>
          <p:cNvCxnSpPr/>
          <p:nvPr>
            <p:custDataLst>
              <p:tags r:id="rId75"/>
            </p:custDataLst>
          </p:nvPr>
        </p:nvCxnSpPr>
        <p:spPr bwMode="auto">
          <a:xfrm>
            <a:off x="2386013" y="3709988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1" name="Straight Connector 970">
            <a:extLst>
              <a:ext uri="{FF2B5EF4-FFF2-40B4-BE49-F238E27FC236}">
                <a16:creationId xmlns:a16="http://schemas.microsoft.com/office/drawing/2014/main" id="{C864B479-0116-A10E-589A-C2E108AC5288}"/>
              </a:ext>
            </a:extLst>
          </p:cNvPr>
          <p:cNvCxnSpPr/>
          <p:nvPr>
            <p:custDataLst>
              <p:tags r:id="rId76"/>
            </p:custDataLst>
          </p:nvPr>
        </p:nvCxnSpPr>
        <p:spPr bwMode="auto">
          <a:xfrm>
            <a:off x="2386013" y="2708275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0" name="Rectangle 969">
            <a:extLst>
              <a:ext uri="{FF2B5EF4-FFF2-40B4-BE49-F238E27FC236}">
                <a16:creationId xmlns:a16="http://schemas.microsoft.com/office/drawing/2014/main" id="{CB510FDD-F6D5-C254-0628-C1B5D113864E}"/>
              </a:ext>
            </a:extLst>
          </p:cNvPr>
          <p:cNvSpPr/>
          <p:nvPr>
            <p:custDataLst>
              <p:tags r:id="rId77"/>
            </p:custDataLst>
          </p:nvPr>
        </p:nvSpPr>
        <p:spPr bwMode="auto">
          <a:xfrm>
            <a:off x="2112963" y="2581275"/>
            <a:ext cx="273050" cy="1233488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6" name="Straight Connector 965">
            <a:extLst>
              <a:ext uri="{FF2B5EF4-FFF2-40B4-BE49-F238E27FC236}">
                <a16:creationId xmlns:a16="http://schemas.microsoft.com/office/drawing/2014/main" id="{B0A6651D-4A3A-D329-2373-A5DB0885A19B}"/>
              </a:ext>
            </a:extLst>
          </p:cNvPr>
          <p:cNvCxnSpPr/>
          <p:nvPr>
            <p:custDataLst>
              <p:tags r:id="rId78"/>
            </p:custDataLst>
          </p:nvPr>
        </p:nvCxnSpPr>
        <p:spPr bwMode="auto">
          <a:xfrm>
            <a:off x="1290638" y="2733675"/>
            <a:ext cx="274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9" name="Straight Connector 968">
            <a:extLst>
              <a:ext uri="{FF2B5EF4-FFF2-40B4-BE49-F238E27FC236}">
                <a16:creationId xmlns:a16="http://schemas.microsoft.com/office/drawing/2014/main" id="{8DA19271-F301-CE48-7FE5-675BA33540A4}"/>
              </a:ext>
            </a:extLst>
          </p:cNvPr>
          <p:cNvCxnSpPr/>
          <p:nvPr>
            <p:custDataLst>
              <p:tags r:id="rId79"/>
            </p:custDataLst>
          </p:nvPr>
        </p:nvCxnSpPr>
        <p:spPr bwMode="auto">
          <a:xfrm>
            <a:off x="1565275" y="2733675"/>
            <a:ext cx="0" cy="9890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8" name="Straight Connector 967">
            <a:extLst>
              <a:ext uri="{FF2B5EF4-FFF2-40B4-BE49-F238E27FC236}">
                <a16:creationId xmlns:a16="http://schemas.microsoft.com/office/drawing/2014/main" id="{A2460C96-5637-CEC4-0B7B-CDF49C2223E3}"/>
              </a:ext>
            </a:extLst>
          </p:cNvPr>
          <p:cNvCxnSpPr/>
          <p:nvPr>
            <p:custDataLst>
              <p:tags r:id="rId80"/>
            </p:custDataLst>
          </p:nvPr>
        </p:nvCxnSpPr>
        <p:spPr bwMode="auto">
          <a:xfrm>
            <a:off x="1290638" y="2733675"/>
            <a:ext cx="0" cy="5302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7" name="Straight Connector 966">
            <a:extLst>
              <a:ext uri="{FF2B5EF4-FFF2-40B4-BE49-F238E27FC236}">
                <a16:creationId xmlns:a16="http://schemas.microsoft.com/office/drawing/2014/main" id="{9CA5C3B4-066D-3449-D8B9-BC5F52F731FB}"/>
              </a:ext>
            </a:extLst>
          </p:cNvPr>
          <p:cNvCxnSpPr/>
          <p:nvPr>
            <p:custDataLst>
              <p:tags r:id="rId81"/>
            </p:custDataLst>
          </p:nvPr>
        </p:nvCxnSpPr>
        <p:spPr bwMode="auto">
          <a:xfrm>
            <a:off x="1290638" y="3722688"/>
            <a:ext cx="274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5" name="Rectangle 964">
            <a:extLst>
              <a:ext uri="{FF2B5EF4-FFF2-40B4-BE49-F238E27FC236}">
                <a16:creationId xmlns:a16="http://schemas.microsoft.com/office/drawing/2014/main" id="{6F4485B7-2787-7F0E-3DBB-CAA6137D0A50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1017588" y="3263900"/>
            <a:ext cx="273050" cy="67945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1" name="Text Placeholder 25">
            <a:extLst>
              <a:ext uri="{FF2B5EF4-FFF2-40B4-BE49-F238E27FC236}">
                <a16:creationId xmlns:a16="http://schemas.microsoft.com/office/drawing/2014/main" id="{5E32007A-8C90-EC6C-A420-6CF51BC8D0BB}"/>
              </a:ext>
            </a:extLst>
          </p:cNvPr>
          <p:cNvSpPr>
            <a:spLocks/>
          </p:cNvSpPr>
          <p:nvPr>
            <p:custDataLst>
              <p:tags r:id="rId83"/>
            </p:custDataLst>
          </p:nvPr>
        </p:nvSpPr>
        <p:spPr bwMode="auto">
          <a:xfrm>
            <a:off x="9958388" y="41021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CEB09BE-A5D6-49C6-A029-A2F444D0B39D}" type="datetime'F''''Y''''''''''''''20''''''''''''''''''''''''30''''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FY2030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68" name="Text Placeholder 25">
            <a:extLst>
              <a:ext uri="{FF2B5EF4-FFF2-40B4-BE49-F238E27FC236}">
                <a16:creationId xmlns:a16="http://schemas.microsoft.com/office/drawing/2014/main" id="{F3C295AC-ED52-8562-B7F8-4C6DE966B1D1}"/>
              </a:ext>
            </a:extLst>
          </p:cNvPr>
          <p:cNvSpPr>
            <a:spLocks/>
          </p:cNvSpPr>
          <p:nvPr>
            <p:custDataLst>
              <p:tags r:id="rId84"/>
            </p:custDataLst>
          </p:nvPr>
        </p:nvSpPr>
        <p:spPr bwMode="gray">
          <a:xfrm>
            <a:off x="1049338" y="3906838"/>
            <a:ext cx="209550" cy="1524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CB2B8AD-A11E-4656-9AA2-2F02045CD5D4}" type="datetime'''''''''''0''.''''''''''''''''''''''''''''''''''''5'">
              <a:rPr lang="en-US" altLang="en-US" sz="10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0.5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809" name="Text Placeholder 25">
            <a:extLst>
              <a:ext uri="{FF2B5EF4-FFF2-40B4-BE49-F238E27FC236}">
                <a16:creationId xmlns:a16="http://schemas.microsoft.com/office/drawing/2014/main" id="{2B9363AE-0715-958E-739F-7B4E8A84EC8A}"/>
              </a:ext>
            </a:extLst>
          </p:cNvPr>
          <p:cNvSpPr>
            <a:spLocks/>
          </p:cNvSpPr>
          <p:nvPr>
            <p:custDataLst>
              <p:tags r:id="rId85"/>
            </p:custDataLst>
          </p:nvPr>
        </p:nvSpPr>
        <p:spPr bwMode="auto">
          <a:xfrm>
            <a:off x="7769225" y="41021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FCD4EA8-B392-4721-96B1-0F3E7571E57A}" type="datetime'''''''''F''''''''''''''''''''''''Y2''''''''''02''''''''8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FY2028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08" name="Text Placeholder 25">
            <a:extLst>
              <a:ext uri="{FF2B5EF4-FFF2-40B4-BE49-F238E27FC236}">
                <a16:creationId xmlns:a16="http://schemas.microsoft.com/office/drawing/2014/main" id="{13F9A017-565A-1329-696E-14E05D78F36C}"/>
              </a:ext>
            </a:extLst>
          </p:cNvPr>
          <p:cNvSpPr>
            <a:spLocks/>
          </p:cNvSpPr>
          <p:nvPr>
            <p:custDataLst>
              <p:tags r:id="rId86"/>
            </p:custDataLst>
          </p:nvPr>
        </p:nvSpPr>
        <p:spPr bwMode="auto">
          <a:xfrm>
            <a:off x="6673850" y="41021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BA5A0C1-BB5A-4DE4-80E8-78FE423939AF}" type="datetime'''F''''''''''''Y''''''''''''''''''20''2''7''''''''''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FY2027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69" name="Text Placeholder 25">
            <a:extLst>
              <a:ext uri="{FF2B5EF4-FFF2-40B4-BE49-F238E27FC236}">
                <a16:creationId xmlns:a16="http://schemas.microsoft.com/office/drawing/2014/main" id="{0FC0A197-7E40-CBA5-E46A-3BB66C8CA3B4}"/>
              </a:ext>
            </a:extLst>
          </p:cNvPr>
          <p:cNvSpPr>
            <a:spLocks/>
          </p:cNvSpPr>
          <p:nvPr>
            <p:custDataLst>
              <p:tags r:id="rId87"/>
            </p:custDataLst>
          </p:nvPr>
        </p:nvSpPr>
        <p:spPr bwMode="gray">
          <a:xfrm>
            <a:off x="6523038" y="3890963"/>
            <a:ext cx="209550" cy="1524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9488B67-8FBB-46A2-A59C-C4615DDFEA6E}" type="datetime'''0''''''''''''''''''''.''''''''''''''''''''''7'''''">
              <a:rPr lang="en-US" altLang="en-US" sz="10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0.7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807" name="Text Placeholder 25">
            <a:extLst>
              <a:ext uri="{FF2B5EF4-FFF2-40B4-BE49-F238E27FC236}">
                <a16:creationId xmlns:a16="http://schemas.microsoft.com/office/drawing/2014/main" id="{F0A8CBA9-3862-2745-A4A7-C9AC2B8ABDB7}"/>
              </a:ext>
            </a:extLst>
          </p:cNvPr>
          <p:cNvSpPr>
            <a:spLocks/>
          </p:cNvSpPr>
          <p:nvPr>
            <p:custDataLst>
              <p:tags r:id="rId88"/>
            </p:custDataLst>
          </p:nvPr>
        </p:nvSpPr>
        <p:spPr bwMode="auto">
          <a:xfrm>
            <a:off x="5580063" y="41021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8A6C92A-B665-420B-8A4D-FF700300EC36}" type="datetime'''''''''F''''''''Y''''''''2''''0''''2''''''''6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FY2026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12" name="Text Placeholder 25">
            <a:extLst>
              <a:ext uri="{FF2B5EF4-FFF2-40B4-BE49-F238E27FC236}">
                <a16:creationId xmlns:a16="http://schemas.microsoft.com/office/drawing/2014/main" id="{F99734E1-5A5F-AB6B-AAF5-332C9C3CE585}"/>
              </a:ext>
            </a:extLst>
          </p:cNvPr>
          <p:cNvSpPr>
            <a:spLocks/>
          </p:cNvSpPr>
          <p:nvPr>
            <p:custDataLst>
              <p:tags r:id="rId89"/>
            </p:custDataLst>
          </p:nvPr>
        </p:nvSpPr>
        <p:spPr bwMode="auto">
          <a:xfrm>
            <a:off x="11052175" y="41021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30CC13B-27E5-42B5-850B-940AC090BD40}" type="datetime'''FY''''''''''''''''20''''''''''3''1''''''''''''''''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FY2031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77" name="Text Placeholder 25">
            <a:extLst>
              <a:ext uri="{FF2B5EF4-FFF2-40B4-BE49-F238E27FC236}">
                <a16:creationId xmlns:a16="http://schemas.microsoft.com/office/drawing/2014/main" id="{FF212BAC-7A9A-55B2-625A-9590DB271485}"/>
              </a:ext>
            </a:extLst>
          </p:cNvPr>
          <p:cNvSpPr>
            <a:spLocks/>
          </p:cNvSpPr>
          <p:nvPr>
            <p:custDataLst>
              <p:tags r:id="rId90"/>
            </p:custDataLst>
          </p:nvPr>
        </p:nvSpPr>
        <p:spPr bwMode="gray">
          <a:xfrm>
            <a:off x="1049338" y="3086100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8DBDA6C-0836-468C-8BCA-C32E409A7E02}" type="datetime'''''''''''''''''''4''''''''''''.''''''''''''''''5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4.5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78" name="Text Placeholder 25">
            <a:extLst>
              <a:ext uri="{FF2B5EF4-FFF2-40B4-BE49-F238E27FC236}">
                <a16:creationId xmlns:a16="http://schemas.microsoft.com/office/drawing/2014/main" id="{1662C61A-83EC-BCDE-B622-6479EDD176A3}"/>
              </a:ext>
            </a:extLst>
          </p:cNvPr>
          <p:cNvSpPr>
            <a:spLocks/>
          </p:cNvSpPr>
          <p:nvPr>
            <p:custDataLst>
              <p:tags r:id="rId91"/>
            </p:custDataLst>
          </p:nvPr>
        </p:nvSpPr>
        <p:spPr bwMode="gray">
          <a:xfrm>
            <a:off x="1322388" y="25558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3199861-6172-4B92-8C75-96DF41C30249}" type="datetime'''''''''''''''''7''''''''''''''''.''''''''6''''''''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7.6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79" name="Text Placeholder 25">
            <a:extLst>
              <a:ext uri="{FF2B5EF4-FFF2-40B4-BE49-F238E27FC236}">
                <a16:creationId xmlns:a16="http://schemas.microsoft.com/office/drawing/2014/main" id="{643DB9D3-8F4F-B717-5A88-5224DB9F5E33}"/>
              </a:ext>
            </a:extLst>
          </p:cNvPr>
          <p:cNvSpPr>
            <a:spLocks/>
          </p:cNvSpPr>
          <p:nvPr>
            <p:custDataLst>
              <p:tags r:id="rId92"/>
            </p:custDataLst>
          </p:nvPr>
        </p:nvSpPr>
        <p:spPr bwMode="auto">
          <a:xfrm>
            <a:off x="749300" y="1504950"/>
            <a:ext cx="2978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 b="1">
                <a:solidFill>
                  <a:srgbClr val="000000"/>
                </a:solidFill>
              </a:rPr>
              <a:t>Outsourced Basic Construction TAM ($B, FY26 $)</a:t>
            </a:r>
            <a:endParaRPr lang="en-US" sz="1000" baseline="30000">
              <a:solidFill>
                <a:srgbClr val="000000"/>
              </a:solidFill>
            </a:endParaRPr>
          </a:p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endParaRPr lang="en-US" sz="1000"/>
          </a:p>
        </p:txBody>
      </p:sp>
      <p:sp>
        <p:nvSpPr>
          <p:cNvPr id="781" name="Text Placeholder 25">
            <a:extLst>
              <a:ext uri="{FF2B5EF4-FFF2-40B4-BE49-F238E27FC236}">
                <a16:creationId xmlns:a16="http://schemas.microsoft.com/office/drawing/2014/main" id="{CC949FD2-77B9-6876-EB1A-352EC71A7283}"/>
              </a:ext>
            </a:extLst>
          </p:cNvPr>
          <p:cNvSpPr>
            <a:spLocks/>
          </p:cNvSpPr>
          <p:nvPr>
            <p:custDataLst>
              <p:tags r:id="rId93"/>
            </p:custDataLst>
          </p:nvPr>
        </p:nvSpPr>
        <p:spPr bwMode="gray">
          <a:xfrm>
            <a:off x="2417763" y="25304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D4585DA-78DC-4148-99F4-627862C72911}" type="datetime'''''''''''''''7.''''''''''8''''''''''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7.8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83" name="Text Placeholder 25">
            <a:extLst>
              <a:ext uri="{FF2B5EF4-FFF2-40B4-BE49-F238E27FC236}">
                <a16:creationId xmlns:a16="http://schemas.microsoft.com/office/drawing/2014/main" id="{A064A0C9-188D-0463-E23B-B82D8AADE42C}"/>
              </a:ext>
            </a:extLst>
          </p:cNvPr>
          <p:cNvSpPr>
            <a:spLocks/>
          </p:cNvSpPr>
          <p:nvPr>
            <p:custDataLst>
              <p:tags r:id="rId94"/>
            </p:custDataLst>
          </p:nvPr>
        </p:nvSpPr>
        <p:spPr bwMode="gray">
          <a:xfrm>
            <a:off x="3238500" y="2876550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C77CC8E-1A67-457E-B9E7-1B99D34A7FC6}" type="datetime'''''''''''''''''''''5''''''''''''''''''.''''''7''''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5.7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89" name="Text Placeholder 25">
            <a:extLst>
              <a:ext uri="{FF2B5EF4-FFF2-40B4-BE49-F238E27FC236}">
                <a16:creationId xmlns:a16="http://schemas.microsoft.com/office/drawing/2014/main" id="{88C110D5-6CFA-22CD-A185-5655B23DD582}"/>
              </a:ext>
            </a:extLst>
          </p:cNvPr>
          <p:cNvSpPr>
            <a:spLocks/>
          </p:cNvSpPr>
          <p:nvPr>
            <p:custDataLst>
              <p:tags r:id="rId95"/>
            </p:custDataLst>
          </p:nvPr>
        </p:nvSpPr>
        <p:spPr bwMode="gray">
          <a:xfrm>
            <a:off x="3476625" y="1838325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A241143-4F54-4E25-ACDB-824F7FB3693A}" type="datetime'''''''''''''1''1.''''''''''''''''''8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11.8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85" name="Text Placeholder 25">
            <a:extLst>
              <a:ext uri="{FF2B5EF4-FFF2-40B4-BE49-F238E27FC236}">
                <a16:creationId xmlns:a16="http://schemas.microsoft.com/office/drawing/2014/main" id="{60E823EE-AB35-E1EB-C22E-5CEE8B6AD158}"/>
              </a:ext>
            </a:extLst>
          </p:cNvPr>
          <p:cNvSpPr>
            <a:spLocks/>
          </p:cNvSpPr>
          <p:nvPr>
            <p:custDataLst>
              <p:tags r:id="rId96"/>
            </p:custDataLst>
          </p:nvPr>
        </p:nvSpPr>
        <p:spPr bwMode="gray">
          <a:xfrm>
            <a:off x="3751263" y="1958975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64AEA5F-2700-494E-9428-EACEADD1FC28}" type="datetime'''''''''''''''''''''''''''''''''''1''''1''.1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11.1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86" name="Text Placeholder 25">
            <a:extLst>
              <a:ext uri="{FF2B5EF4-FFF2-40B4-BE49-F238E27FC236}">
                <a16:creationId xmlns:a16="http://schemas.microsoft.com/office/drawing/2014/main" id="{EBD9A858-CB21-EC2F-42D2-083D3554280D}"/>
              </a:ext>
            </a:extLst>
          </p:cNvPr>
          <p:cNvSpPr>
            <a:spLocks/>
          </p:cNvSpPr>
          <p:nvPr>
            <p:custDataLst>
              <p:tags r:id="rId97"/>
            </p:custDataLst>
          </p:nvPr>
        </p:nvSpPr>
        <p:spPr bwMode="gray">
          <a:xfrm>
            <a:off x="4333875" y="248602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6C43306-BAEA-47A3-BE58-0E0074A195BC}" type="datetime'8''''''''''''''''''.''''''''''''''''''''''''''0''''''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8.0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87" name="Text Placeholder 25">
            <a:extLst>
              <a:ext uri="{FF2B5EF4-FFF2-40B4-BE49-F238E27FC236}">
                <a16:creationId xmlns:a16="http://schemas.microsoft.com/office/drawing/2014/main" id="{810A45C7-E1BF-0166-4F7B-F33F1D951885}"/>
              </a:ext>
            </a:extLst>
          </p:cNvPr>
          <p:cNvSpPr>
            <a:spLocks/>
          </p:cNvSpPr>
          <p:nvPr>
            <p:custDataLst>
              <p:tags r:id="rId98"/>
            </p:custDataLst>
          </p:nvPr>
        </p:nvSpPr>
        <p:spPr bwMode="gray">
          <a:xfrm>
            <a:off x="4606925" y="2201863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18C3D61-FBCE-457D-8F64-EF3D725D3288}" type="datetime'''''''''''9''''''''''''''''''.7''''''''''''''''''''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9.7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21" name="Text Placeholder 25">
            <a:extLst>
              <a:ext uri="{FF2B5EF4-FFF2-40B4-BE49-F238E27FC236}">
                <a16:creationId xmlns:a16="http://schemas.microsoft.com/office/drawing/2014/main" id="{C06407CD-AD9D-A4C4-A166-E2F0A2786A4B}"/>
              </a:ext>
            </a:extLst>
          </p:cNvPr>
          <p:cNvSpPr>
            <a:spLocks/>
          </p:cNvSpPr>
          <p:nvPr>
            <p:custDataLst>
              <p:tags r:id="rId99"/>
            </p:custDataLst>
          </p:nvPr>
        </p:nvSpPr>
        <p:spPr bwMode="gray">
          <a:xfrm>
            <a:off x="5427663" y="2878138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DC43381-2837-449D-8813-39BE9815ED9C}" type="datetime'''''''''''''5''''.''''''''''''''''''''''''''7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5.7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23" name="Text Placeholder 25">
            <a:extLst>
              <a:ext uri="{FF2B5EF4-FFF2-40B4-BE49-F238E27FC236}">
                <a16:creationId xmlns:a16="http://schemas.microsoft.com/office/drawing/2014/main" id="{1550FBD3-73C7-DB96-A191-39F2D2629F38}"/>
              </a:ext>
            </a:extLst>
          </p:cNvPr>
          <p:cNvSpPr>
            <a:spLocks/>
          </p:cNvSpPr>
          <p:nvPr>
            <p:custDataLst>
              <p:tags r:id="rId100"/>
            </p:custDataLst>
          </p:nvPr>
        </p:nvSpPr>
        <p:spPr bwMode="gray">
          <a:xfrm>
            <a:off x="5667375" y="215106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1F57880-2BDA-4EA2-9142-F7924D6C0B4F}" type="datetime'''''1''''''''0''''''''''''''''.''''0''''''''''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10.0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25" name="Text Placeholder 25">
            <a:extLst>
              <a:ext uri="{FF2B5EF4-FFF2-40B4-BE49-F238E27FC236}">
                <a16:creationId xmlns:a16="http://schemas.microsoft.com/office/drawing/2014/main" id="{DE3E247F-7271-FFF7-E9C1-343938FF8C6E}"/>
              </a:ext>
            </a:extLst>
          </p:cNvPr>
          <p:cNvSpPr>
            <a:spLocks/>
          </p:cNvSpPr>
          <p:nvPr>
            <p:custDataLst>
              <p:tags r:id="rId101"/>
            </p:custDataLst>
          </p:nvPr>
        </p:nvSpPr>
        <p:spPr bwMode="gray">
          <a:xfrm>
            <a:off x="5940425" y="2022475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74C04C0-532F-4776-921D-3DBA0E5287F0}" type="datetime'''''''''''10.''''''''''''''''''''''''''7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10.7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28" name="Text Placeholder 25">
            <a:extLst>
              <a:ext uri="{FF2B5EF4-FFF2-40B4-BE49-F238E27FC236}">
                <a16:creationId xmlns:a16="http://schemas.microsoft.com/office/drawing/2014/main" id="{0C572A1F-C294-FA06-0611-73B197F81DA2}"/>
              </a:ext>
            </a:extLst>
          </p:cNvPr>
          <p:cNvSpPr>
            <a:spLocks/>
          </p:cNvSpPr>
          <p:nvPr>
            <p:custDataLst>
              <p:tags r:id="rId102"/>
            </p:custDataLst>
          </p:nvPr>
        </p:nvSpPr>
        <p:spPr bwMode="gray">
          <a:xfrm>
            <a:off x="6523038" y="3138488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82B2D1C-6FDA-4C37-A6D6-2BE01AC4B763}" type="datetime'''''''4''''''''''.''''''''''''''''2''''''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4.2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30" name="Text Placeholder 25">
            <a:extLst>
              <a:ext uri="{FF2B5EF4-FFF2-40B4-BE49-F238E27FC236}">
                <a16:creationId xmlns:a16="http://schemas.microsoft.com/office/drawing/2014/main" id="{E8951F8B-31DF-D4F6-256A-C69435E208CB}"/>
              </a:ext>
            </a:extLst>
          </p:cNvPr>
          <p:cNvSpPr>
            <a:spLocks/>
          </p:cNvSpPr>
          <p:nvPr>
            <p:custDataLst>
              <p:tags r:id="rId103"/>
            </p:custDataLst>
          </p:nvPr>
        </p:nvSpPr>
        <p:spPr bwMode="gray">
          <a:xfrm>
            <a:off x="6761163" y="1944688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7D047AC-74B6-4D57-80B7-34F02C7B765A}" type="datetime'1''''1''''''.''''''''''2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11.2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32" name="Text Placeholder 25">
            <a:extLst>
              <a:ext uri="{FF2B5EF4-FFF2-40B4-BE49-F238E27FC236}">
                <a16:creationId xmlns:a16="http://schemas.microsoft.com/office/drawing/2014/main" id="{6EC80511-5470-BC6E-1FDF-7540703BD08E}"/>
              </a:ext>
            </a:extLst>
          </p:cNvPr>
          <p:cNvSpPr>
            <a:spLocks/>
          </p:cNvSpPr>
          <p:nvPr>
            <p:custDataLst>
              <p:tags r:id="rId104"/>
            </p:custDataLst>
          </p:nvPr>
        </p:nvSpPr>
        <p:spPr bwMode="gray">
          <a:xfrm>
            <a:off x="7034213" y="2101850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85F1334-C9FD-45CD-ACF6-CE58FF8A0B69}" type="datetime'''''1''''''''''''''''''''''''''''''0''.''3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10.3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35" name="Text Placeholder 25">
            <a:extLst>
              <a:ext uri="{FF2B5EF4-FFF2-40B4-BE49-F238E27FC236}">
                <a16:creationId xmlns:a16="http://schemas.microsoft.com/office/drawing/2014/main" id="{6065103D-9859-A216-FA88-2AE80BEACE3E}"/>
              </a:ext>
            </a:extLst>
          </p:cNvPr>
          <p:cNvSpPr>
            <a:spLocks/>
          </p:cNvSpPr>
          <p:nvPr>
            <p:custDataLst>
              <p:tags r:id="rId105"/>
            </p:custDataLst>
          </p:nvPr>
        </p:nvSpPr>
        <p:spPr bwMode="gray">
          <a:xfrm>
            <a:off x="7616825" y="31908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EAD4E21-7BD0-4DA5-B415-86D2D8586C05}" type="datetime'''3''.''''''''''''''''''''''''''''''''''9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3.9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37" name="Text Placeholder 25">
            <a:extLst>
              <a:ext uri="{FF2B5EF4-FFF2-40B4-BE49-F238E27FC236}">
                <a16:creationId xmlns:a16="http://schemas.microsoft.com/office/drawing/2014/main" id="{C9AAB035-3E0C-0402-7814-35838DF3BA87}"/>
              </a:ext>
            </a:extLst>
          </p:cNvPr>
          <p:cNvSpPr>
            <a:spLocks/>
          </p:cNvSpPr>
          <p:nvPr>
            <p:custDataLst>
              <p:tags r:id="rId106"/>
            </p:custDataLst>
          </p:nvPr>
        </p:nvSpPr>
        <p:spPr bwMode="gray">
          <a:xfrm>
            <a:off x="7856538" y="2008188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9A1E7BB-64CD-4253-9494-8076EC0B3A3B}" type="datetime'''''''''''1''''''0''''''''''''.''''''''''''''8''''''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10.8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80" name="Text Placeholder 25">
            <a:extLst>
              <a:ext uri="{FF2B5EF4-FFF2-40B4-BE49-F238E27FC236}">
                <a16:creationId xmlns:a16="http://schemas.microsoft.com/office/drawing/2014/main" id="{582E0C33-0582-37AD-9283-79D5FF602B90}"/>
              </a:ext>
            </a:extLst>
          </p:cNvPr>
          <p:cNvSpPr>
            <a:spLocks/>
          </p:cNvSpPr>
          <p:nvPr>
            <p:custDataLst>
              <p:tags r:id="rId107"/>
            </p:custDataLst>
          </p:nvPr>
        </p:nvSpPr>
        <p:spPr bwMode="gray">
          <a:xfrm>
            <a:off x="2144713" y="24034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1522285-C39B-487D-93B9-EFCD63F87FF5}" type="datetime'''''''8''''''''''''''''''''.''''''''''''5''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8.5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43" name="Text Placeholder 25">
            <a:extLst>
              <a:ext uri="{FF2B5EF4-FFF2-40B4-BE49-F238E27FC236}">
                <a16:creationId xmlns:a16="http://schemas.microsoft.com/office/drawing/2014/main" id="{E838B89B-592D-6151-3450-8C78038E91ED}"/>
              </a:ext>
            </a:extLst>
          </p:cNvPr>
          <p:cNvSpPr>
            <a:spLocks/>
          </p:cNvSpPr>
          <p:nvPr>
            <p:custDataLst>
              <p:tags r:id="rId108"/>
            </p:custDataLst>
          </p:nvPr>
        </p:nvSpPr>
        <p:spPr bwMode="gray">
          <a:xfrm>
            <a:off x="8712200" y="3175000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9C5D69B-E91A-46D1-AAB8-8C279B1BC9A4}" type="datetime'''''''''''''''''''4''''''''''.''''''''0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4.0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45" name="Text Placeholder 25">
            <a:extLst>
              <a:ext uri="{FF2B5EF4-FFF2-40B4-BE49-F238E27FC236}">
                <a16:creationId xmlns:a16="http://schemas.microsoft.com/office/drawing/2014/main" id="{742A7B4C-3B2E-C031-978D-29D2504093E7}"/>
              </a:ext>
            </a:extLst>
          </p:cNvPr>
          <p:cNvSpPr>
            <a:spLocks/>
          </p:cNvSpPr>
          <p:nvPr>
            <p:custDataLst>
              <p:tags r:id="rId109"/>
            </p:custDataLst>
          </p:nvPr>
        </p:nvSpPr>
        <p:spPr bwMode="gray">
          <a:xfrm>
            <a:off x="8950325" y="2076450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E5D61D2-F942-42DA-B366-8CCD78AA07D2}" type="datetime'''''''''1''''''''''''''''''''''0''.''''''''''''4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10.4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48" name="Text Placeholder 25">
            <a:extLst>
              <a:ext uri="{FF2B5EF4-FFF2-40B4-BE49-F238E27FC236}">
                <a16:creationId xmlns:a16="http://schemas.microsoft.com/office/drawing/2014/main" id="{A481C7D7-D8F9-75EE-903A-FB628D5AF208}"/>
              </a:ext>
            </a:extLst>
          </p:cNvPr>
          <p:cNvSpPr>
            <a:spLocks/>
          </p:cNvSpPr>
          <p:nvPr>
            <p:custDataLst>
              <p:tags r:id="rId110"/>
            </p:custDataLst>
          </p:nvPr>
        </p:nvSpPr>
        <p:spPr bwMode="gray">
          <a:xfrm>
            <a:off x="9259888" y="219392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0478380-05ED-4DF8-A611-877517BC17B6}" type="datetime'''''''''9.''''''''''7''''''''''''''''''''''''''''''''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9.7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51" name="Text Placeholder 25">
            <a:extLst>
              <a:ext uri="{FF2B5EF4-FFF2-40B4-BE49-F238E27FC236}">
                <a16:creationId xmlns:a16="http://schemas.microsoft.com/office/drawing/2014/main" id="{DE9161CF-7022-AF7C-F6F1-40213EE84694}"/>
              </a:ext>
            </a:extLst>
          </p:cNvPr>
          <p:cNvSpPr>
            <a:spLocks/>
          </p:cNvSpPr>
          <p:nvPr>
            <p:custDataLst>
              <p:tags r:id="rId111"/>
            </p:custDataLst>
          </p:nvPr>
        </p:nvSpPr>
        <p:spPr bwMode="gray">
          <a:xfrm>
            <a:off x="9805988" y="2814638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B0B796E-9F07-4948-9845-DF04DFBC2348}" type="datetime'''''6''''''''''''.''''''''''''''''''''''''''''''''''''''1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6.1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53" name="Text Placeholder 25">
            <a:extLst>
              <a:ext uri="{FF2B5EF4-FFF2-40B4-BE49-F238E27FC236}">
                <a16:creationId xmlns:a16="http://schemas.microsoft.com/office/drawing/2014/main" id="{7C0EE354-C7E2-062B-2652-1432A61C89D0}"/>
              </a:ext>
            </a:extLst>
          </p:cNvPr>
          <p:cNvSpPr>
            <a:spLocks/>
          </p:cNvSpPr>
          <p:nvPr>
            <p:custDataLst>
              <p:tags r:id="rId112"/>
            </p:custDataLst>
          </p:nvPr>
        </p:nvSpPr>
        <p:spPr bwMode="gray">
          <a:xfrm>
            <a:off x="10080625" y="2254250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A228D55-18A3-408F-8657-BEE9E25894EA}" type="datetime'''''9''''''''''''''.4''''''''''''''''''''''''''''''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9.4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56" name="Text Placeholder 25">
            <a:extLst>
              <a:ext uri="{FF2B5EF4-FFF2-40B4-BE49-F238E27FC236}">
                <a16:creationId xmlns:a16="http://schemas.microsoft.com/office/drawing/2014/main" id="{A0C7438F-0773-C416-74C3-558CAF41A66B}"/>
              </a:ext>
            </a:extLst>
          </p:cNvPr>
          <p:cNvSpPr>
            <a:spLocks/>
          </p:cNvSpPr>
          <p:nvPr>
            <p:custDataLst>
              <p:tags r:id="rId113"/>
            </p:custDataLst>
          </p:nvPr>
        </p:nvSpPr>
        <p:spPr bwMode="gray">
          <a:xfrm>
            <a:off x="10353675" y="2216150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BC21503-2199-41BE-BAD7-965F29898E18}" type="datetime'9''.''''''''''''''''''''''6''''''''''''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9.6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59" name="Text Placeholder 25">
            <a:extLst>
              <a:ext uri="{FF2B5EF4-FFF2-40B4-BE49-F238E27FC236}">
                <a16:creationId xmlns:a16="http://schemas.microsoft.com/office/drawing/2014/main" id="{799705A9-40BA-E58D-F1BE-E7FA87CC2DBC}"/>
              </a:ext>
            </a:extLst>
          </p:cNvPr>
          <p:cNvSpPr>
            <a:spLocks/>
          </p:cNvSpPr>
          <p:nvPr>
            <p:custDataLst>
              <p:tags r:id="rId114"/>
            </p:custDataLst>
          </p:nvPr>
        </p:nvSpPr>
        <p:spPr bwMode="gray">
          <a:xfrm>
            <a:off x="10901363" y="2782888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2BF8BCC-B97D-41F2-987B-4C276AD2B60F}" type="datetime'''6''''''''''''''''''.''''''''''''''''''''''''''''''''''3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6.3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61" name="Text Placeholder 25">
            <a:extLst>
              <a:ext uri="{FF2B5EF4-FFF2-40B4-BE49-F238E27FC236}">
                <a16:creationId xmlns:a16="http://schemas.microsoft.com/office/drawing/2014/main" id="{1CA86513-AEFE-3C9E-ABA2-47A0EB65444B}"/>
              </a:ext>
            </a:extLst>
          </p:cNvPr>
          <p:cNvSpPr>
            <a:spLocks/>
          </p:cNvSpPr>
          <p:nvPr>
            <p:custDataLst>
              <p:tags r:id="rId115"/>
            </p:custDataLst>
          </p:nvPr>
        </p:nvSpPr>
        <p:spPr bwMode="gray">
          <a:xfrm>
            <a:off x="11174413" y="2228850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66F055A-BA57-4DF7-ACEA-406125C3E098}" type="datetime'''''''9''''''''''''''''''''''''''.''''''''''''5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9.5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225" name="Text Placeholder 25">
            <a:extLst>
              <a:ext uri="{FF2B5EF4-FFF2-40B4-BE49-F238E27FC236}">
                <a16:creationId xmlns:a16="http://schemas.microsoft.com/office/drawing/2014/main" id="{95FD9D29-0643-4AE3-2B69-462236602F01}"/>
              </a:ext>
            </a:extLst>
          </p:cNvPr>
          <p:cNvSpPr>
            <a:spLocks/>
          </p:cNvSpPr>
          <p:nvPr>
            <p:custDataLst>
              <p:tags r:id="rId116"/>
            </p:custDataLst>
          </p:nvPr>
        </p:nvSpPr>
        <p:spPr bwMode="gray">
          <a:xfrm>
            <a:off x="11449050" y="22129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C6C6918-C612-43BC-82AF-9A4F26718DE7}" type="datetime'''''''''''''''''''''''''''9''''.''''6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9.6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10" name="Text Placeholder 25">
            <a:extLst>
              <a:ext uri="{FF2B5EF4-FFF2-40B4-BE49-F238E27FC236}">
                <a16:creationId xmlns:a16="http://schemas.microsoft.com/office/drawing/2014/main" id="{47EBEADC-3215-B58B-BAFA-F8F034317B8A}"/>
              </a:ext>
            </a:extLst>
          </p:cNvPr>
          <p:cNvSpPr>
            <a:spLocks/>
          </p:cNvSpPr>
          <p:nvPr>
            <p:custDataLst>
              <p:tags r:id="rId117"/>
            </p:custDataLst>
          </p:nvPr>
        </p:nvSpPr>
        <p:spPr bwMode="auto">
          <a:xfrm>
            <a:off x="8863013" y="41021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3A35B47-B6B5-47EF-AF9A-83D74671BE28}" type="datetime'''''''''''F''''Y''''''''''''''''''''20''''''''2''''9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FY2029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73" name="Text Placeholder 25">
            <a:extLst>
              <a:ext uri="{FF2B5EF4-FFF2-40B4-BE49-F238E27FC236}">
                <a16:creationId xmlns:a16="http://schemas.microsoft.com/office/drawing/2014/main" id="{DEE5F3C9-10DD-0E05-F36D-78CD2BE67BB3}"/>
              </a:ext>
            </a:extLst>
          </p:cNvPr>
          <p:cNvSpPr>
            <a:spLocks/>
          </p:cNvSpPr>
          <p:nvPr>
            <p:custDataLst>
              <p:tags r:id="rId118"/>
            </p:custDataLst>
          </p:nvPr>
        </p:nvSpPr>
        <p:spPr bwMode="auto">
          <a:xfrm>
            <a:off x="4484688" y="41021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B6F698D-BC71-4A11-AE0E-1C09F8D60FFD}" type="datetime'F''''Y''''''2''''0''2''5''''''''''''''''''''''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FY2025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64" name="Text Placeholder 25">
            <a:extLst>
              <a:ext uri="{FF2B5EF4-FFF2-40B4-BE49-F238E27FC236}">
                <a16:creationId xmlns:a16="http://schemas.microsoft.com/office/drawing/2014/main" id="{F86AFEB1-2235-8E3B-FC82-8343820E16D1}"/>
              </a:ext>
            </a:extLst>
          </p:cNvPr>
          <p:cNvSpPr>
            <a:spLocks/>
          </p:cNvSpPr>
          <p:nvPr>
            <p:custDataLst>
              <p:tags r:id="rId119"/>
            </p:custDataLst>
          </p:nvPr>
        </p:nvSpPr>
        <p:spPr bwMode="auto">
          <a:xfrm>
            <a:off x="3389313" y="41021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B1391E6-CFD2-48D4-971D-FB86D334BE04}" type="datetime'''''''F''''''''''Y''''2''0''''''''2''''4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FY2024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06" name="Text Placeholder 25">
            <a:extLst>
              <a:ext uri="{FF2B5EF4-FFF2-40B4-BE49-F238E27FC236}">
                <a16:creationId xmlns:a16="http://schemas.microsoft.com/office/drawing/2014/main" id="{A6EA9215-79F6-1878-112B-E358A4302C95}"/>
              </a:ext>
            </a:extLst>
          </p:cNvPr>
          <p:cNvSpPr>
            <a:spLocks/>
          </p:cNvSpPr>
          <p:nvPr>
            <p:custDataLst>
              <p:tags r:id="rId120"/>
            </p:custDataLst>
          </p:nvPr>
        </p:nvSpPr>
        <p:spPr bwMode="auto">
          <a:xfrm>
            <a:off x="1200150" y="41021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C43EAA6-D3D1-4483-8A81-A956C56725D0}" type="datetime'F''''''''''''''''''''''''''Y''''''2''''''0''''''''2''''2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FY2022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59" name="Text Placeholder 25">
            <a:extLst>
              <a:ext uri="{FF2B5EF4-FFF2-40B4-BE49-F238E27FC236}">
                <a16:creationId xmlns:a16="http://schemas.microsoft.com/office/drawing/2014/main" id="{892DEA17-04C8-1095-095F-F11596C74526}"/>
              </a:ext>
            </a:extLst>
          </p:cNvPr>
          <p:cNvSpPr>
            <a:spLocks/>
          </p:cNvSpPr>
          <p:nvPr>
            <p:custDataLst>
              <p:tags r:id="rId121"/>
            </p:custDataLst>
          </p:nvPr>
        </p:nvSpPr>
        <p:spPr bwMode="auto">
          <a:xfrm>
            <a:off x="2295525" y="41021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C0102F8-583B-4002-B3E2-C15B88C0DBEB}" type="datetime'''''''F''''Y''''''''''''''''''''202''''''''''''''''3''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FY2023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40" name="Text Placeholder 25">
            <a:extLst>
              <a:ext uri="{FF2B5EF4-FFF2-40B4-BE49-F238E27FC236}">
                <a16:creationId xmlns:a16="http://schemas.microsoft.com/office/drawing/2014/main" id="{8177CDB2-0512-7332-C6A4-1C1CDBFE598A}"/>
              </a:ext>
            </a:extLst>
          </p:cNvPr>
          <p:cNvSpPr>
            <a:spLocks/>
          </p:cNvSpPr>
          <p:nvPr>
            <p:custDataLst>
              <p:tags r:id="rId122"/>
            </p:custDataLst>
          </p:nvPr>
        </p:nvSpPr>
        <p:spPr bwMode="gray">
          <a:xfrm>
            <a:off x="8164513" y="2195513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F873F8F-D4DA-407E-8B7A-21B624790BEE}" type="datetime'9''''''''''''''.''''''''''''''''''''''''''''7'''''''">
              <a:rPr lang="en-US" altLang="en-US" sz="1000" smtClean="0">
                <a:solidFill>
                  <a:srgbClr val="00000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9.7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3A69374C-3767-24D0-8240-9D221B54F644}"/>
              </a:ext>
            </a:extLst>
          </p:cNvPr>
          <p:cNvSpPr/>
          <p:nvPr>
            <p:custDataLst>
              <p:tags r:id="rId123"/>
            </p:custDataLst>
          </p:nvPr>
        </p:nvSpPr>
        <p:spPr bwMode="auto">
          <a:xfrm>
            <a:off x="5943600" y="1225550"/>
            <a:ext cx="142875" cy="106363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D5E108E5-2954-96AB-9073-41CEF4F61CEA}"/>
              </a:ext>
            </a:extLst>
          </p:cNvPr>
          <p:cNvSpPr/>
          <p:nvPr>
            <p:custDataLst>
              <p:tags r:id="rId124"/>
            </p:custDataLst>
          </p:nvPr>
        </p:nvSpPr>
        <p:spPr bwMode="auto">
          <a:xfrm>
            <a:off x="5943600" y="1398588"/>
            <a:ext cx="142875" cy="106363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6873EC66-440A-8C8A-4966-4FE347841A52}"/>
              </a:ext>
            </a:extLst>
          </p:cNvPr>
          <p:cNvSpPr/>
          <p:nvPr>
            <p:custDataLst>
              <p:tags r:id="rId125"/>
            </p:custDataLst>
          </p:nvPr>
        </p:nvSpPr>
        <p:spPr bwMode="auto">
          <a:xfrm>
            <a:off x="5943600" y="1571625"/>
            <a:ext cx="142875" cy="106363"/>
          </a:xfrm>
          <a:prstGeom prst="rect">
            <a:avLst/>
          </a:prstGeom>
          <a:solidFill>
            <a:schemeClr val="accent3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6B89188C-D3E6-C0C7-4C36-28A0F1ECC960}"/>
              </a:ext>
            </a:extLst>
          </p:cNvPr>
          <p:cNvSpPr/>
          <p:nvPr>
            <p:custDataLst>
              <p:tags r:id="rId126"/>
            </p:custDataLst>
          </p:nvPr>
        </p:nvSpPr>
        <p:spPr bwMode="auto">
          <a:xfrm>
            <a:off x="7375525" y="1225550"/>
            <a:ext cx="142875" cy="106363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A51B42CC-AE6D-0F19-C09F-7AE8E28CD613}"/>
              </a:ext>
            </a:extLst>
          </p:cNvPr>
          <p:cNvSpPr/>
          <p:nvPr>
            <p:custDataLst>
              <p:tags r:id="rId127"/>
            </p:custDataLst>
          </p:nvPr>
        </p:nvSpPr>
        <p:spPr bwMode="auto">
          <a:xfrm>
            <a:off x="7375525" y="1398588"/>
            <a:ext cx="142875" cy="106363"/>
          </a:xfrm>
          <a:prstGeom prst="rect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5CC23DBF-07E9-CBD9-5EF1-4CBAAA42FA75}"/>
              </a:ext>
            </a:extLst>
          </p:cNvPr>
          <p:cNvSpPr/>
          <p:nvPr>
            <p:custDataLst>
              <p:tags r:id="rId128"/>
            </p:custDataLst>
          </p:nvPr>
        </p:nvSpPr>
        <p:spPr bwMode="auto">
          <a:xfrm>
            <a:off x="7375525" y="1571625"/>
            <a:ext cx="142875" cy="10636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74288762-2E5D-0C72-E420-E5AC7D4F66EE}"/>
              </a:ext>
            </a:extLst>
          </p:cNvPr>
          <p:cNvSpPr/>
          <p:nvPr>
            <p:custDataLst>
              <p:tags r:id="rId129"/>
            </p:custDataLst>
          </p:nvPr>
        </p:nvSpPr>
        <p:spPr bwMode="auto">
          <a:xfrm>
            <a:off x="8750300" y="1225550"/>
            <a:ext cx="142875" cy="106363"/>
          </a:xfrm>
          <a:prstGeom prst="rect">
            <a:avLst/>
          </a:prstGeom>
          <a:solidFill>
            <a:srgbClr val="A1A1A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7" name="Rectangle 896">
            <a:extLst>
              <a:ext uri="{FF2B5EF4-FFF2-40B4-BE49-F238E27FC236}">
                <a16:creationId xmlns:a16="http://schemas.microsoft.com/office/drawing/2014/main" id="{765766A2-5203-1928-2B36-FF20A2F02676}"/>
              </a:ext>
            </a:extLst>
          </p:cNvPr>
          <p:cNvSpPr/>
          <p:nvPr>
            <p:custDataLst>
              <p:tags r:id="rId130"/>
            </p:custDataLst>
          </p:nvPr>
        </p:nvSpPr>
        <p:spPr bwMode="auto">
          <a:xfrm>
            <a:off x="8750300" y="1398588"/>
            <a:ext cx="142875" cy="106363"/>
          </a:xfrm>
          <a:prstGeom prst="rect">
            <a:avLst/>
          </a:prstGeom>
          <a:solidFill>
            <a:srgbClr val="BEBEBE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8" name="Rectangle 897">
            <a:extLst>
              <a:ext uri="{FF2B5EF4-FFF2-40B4-BE49-F238E27FC236}">
                <a16:creationId xmlns:a16="http://schemas.microsoft.com/office/drawing/2014/main" id="{B0B9CFBD-7CA0-47EB-D3C1-6E5D750A062B}"/>
              </a:ext>
            </a:extLst>
          </p:cNvPr>
          <p:cNvSpPr/>
          <p:nvPr>
            <p:custDataLst>
              <p:tags r:id="rId131"/>
            </p:custDataLst>
          </p:nvPr>
        </p:nvSpPr>
        <p:spPr bwMode="auto">
          <a:xfrm>
            <a:off x="8750300" y="1571625"/>
            <a:ext cx="142875" cy="106363"/>
          </a:xfrm>
          <a:prstGeom prst="rect">
            <a:avLst/>
          </a:prstGeom>
          <a:solidFill>
            <a:srgbClr val="BEBEBE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B1D0EBAA-F5BD-AFD8-7A01-ADCFC52D6E1E}"/>
              </a:ext>
            </a:extLst>
          </p:cNvPr>
          <p:cNvSpPr/>
          <p:nvPr>
            <p:custDataLst>
              <p:tags r:id="rId132"/>
            </p:custDataLst>
          </p:nvPr>
        </p:nvSpPr>
        <p:spPr bwMode="auto">
          <a:xfrm>
            <a:off x="10010775" y="1225550"/>
            <a:ext cx="142875" cy="106363"/>
          </a:xfrm>
          <a:prstGeom prst="rect">
            <a:avLst/>
          </a:prstGeom>
          <a:noFill/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9DE4FC9D-5C70-77B3-2C65-A87626494382}"/>
              </a:ext>
            </a:extLst>
          </p:cNvPr>
          <p:cNvSpPr/>
          <p:nvPr>
            <p:custDataLst>
              <p:tags r:id="rId133"/>
            </p:custDataLst>
          </p:nvPr>
        </p:nvSpPr>
        <p:spPr bwMode="auto">
          <a:xfrm>
            <a:off x="10010775" y="1398588"/>
            <a:ext cx="142875" cy="106363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394414FC-ACDF-D94A-DEFF-232AAC337151}"/>
              </a:ext>
            </a:extLst>
          </p:cNvPr>
          <p:cNvSpPr/>
          <p:nvPr>
            <p:custDataLst>
              <p:tags r:id="rId134"/>
            </p:custDataLst>
          </p:nvPr>
        </p:nvSpPr>
        <p:spPr bwMode="auto">
          <a:xfrm>
            <a:off x="10010775" y="1571625"/>
            <a:ext cx="142875" cy="106363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7" name="Text Placeholder 25">
            <a:extLst>
              <a:ext uri="{FF2B5EF4-FFF2-40B4-BE49-F238E27FC236}">
                <a16:creationId xmlns:a16="http://schemas.microsoft.com/office/drawing/2014/main" id="{C1B7AE24-11B2-BE99-1BB0-69A0D3D70B30}"/>
              </a:ext>
            </a:extLst>
          </p:cNvPr>
          <p:cNvSpPr>
            <a:spLocks/>
          </p:cNvSpPr>
          <p:nvPr>
            <p:custDataLst>
              <p:tags r:id="rId135"/>
            </p:custDataLst>
          </p:nvPr>
        </p:nvSpPr>
        <p:spPr bwMode="auto">
          <a:xfrm>
            <a:off x="6137275" y="1220788"/>
            <a:ext cx="9652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F4724DBE-49FD-4579-8B71-493516AF14EF}" type="datetime'''''''Col''um''b''''''ia'''' ''''''o''''''''u''tsour''''ced'">
              <a:rPr lang="en-US" altLang="en-US" sz="800" smtClean="0">
                <a:solidFill>
                  <a:srgbClr val="000000"/>
                </a:solidFill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Columbia outsourced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798" name="Text Placeholder 25">
            <a:extLst>
              <a:ext uri="{FF2B5EF4-FFF2-40B4-BE49-F238E27FC236}">
                <a16:creationId xmlns:a16="http://schemas.microsoft.com/office/drawing/2014/main" id="{D998F77E-E604-6D42-0D5D-46CBA7B1EA2F}"/>
              </a:ext>
            </a:extLst>
          </p:cNvPr>
          <p:cNvSpPr>
            <a:spLocks/>
          </p:cNvSpPr>
          <p:nvPr>
            <p:custDataLst>
              <p:tags r:id="rId136"/>
            </p:custDataLst>
          </p:nvPr>
        </p:nvSpPr>
        <p:spPr bwMode="auto">
          <a:xfrm>
            <a:off x="6137275" y="1393825"/>
            <a:ext cx="113665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3C9B5E3B-FF9C-4B3B-88CC-3DA732E3377A}" type="datetime'C''olumb''''ia'''''''''' r''''''''e''''tain''e''d ''spend'''">
              <a:rPr lang="en-US" altLang="en-US" sz="800" smtClean="0">
                <a:solidFill>
                  <a:srgbClr val="000000"/>
                </a:solidFill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Columbia retained spend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799" name="Text Placeholder 25">
            <a:extLst>
              <a:ext uri="{FF2B5EF4-FFF2-40B4-BE49-F238E27FC236}">
                <a16:creationId xmlns:a16="http://schemas.microsoft.com/office/drawing/2014/main" id="{4481164F-9607-770E-078B-A435EE139B95}"/>
              </a:ext>
            </a:extLst>
          </p:cNvPr>
          <p:cNvSpPr>
            <a:spLocks/>
          </p:cNvSpPr>
          <p:nvPr>
            <p:custDataLst>
              <p:tags r:id="rId137"/>
            </p:custDataLst>
          </p:nvPr>
        </p:nvSpPr>
        <p:spPr bwMode="auto">
          <a:xfrm>
            <a:off x="6137275" y="1566863"/>
            <a:ext cx="87471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24944C52-C655-4045-9CCD-E0560444B4A9}" type="datetime'''''Virg''''i''ni''''a ''out''''s''''''''''''''''ource''''d'''">
              <a:rPr lang="en-US" altLang="en-US" sz="800" smtClean="0">
                <a:solidFill>
                  <a:srgbClr val="000000"/>
                </a:solidFill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Virginia outsourced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800" name="Text Placeholder 25">
            <a:extLst>
              <a:ext uri="{FF2B5EF4-FFF2-40B4-BE49-F238E27FC236}">
                <a16:creationId xmlns:a16="http://schemas.microsoft.com/office/drawing/2014/main" id="{6E776B11-D529-497B-70D9-317F402CADD1}"/>
              </a:ext>
            </a:extLst>
          </p:cNvPr>
          <p:cNvSpPr>
            <a:spLocks/>
          </p:cNvSpPr>
          <p:nvPr>
            <p:custDataLst>
              <p:tags r:id="rId138"/>
            </p:custDataLst>
          </p:nvPr>
        </p:nvSpPr>
        <p:spPr bwMode="auto">
          <a:xfrm>
            <a:off x="7569200" y="1220788"/>
            <a:ext cx="104616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4E1A8D4D-D2E4-42F3-87A1-CA1ABB7CD7DD}" type="datetime'V''i''rgi''n''''''ia r''e''ta''''''''''i''ne''d'' sp''end'">
              <a:rPr lang="en-US" altLang="en-US" sz="800" smtClean="0">
                <a:solidFill>
                  <a:srgbClr val="000000"/>
                </a:solidFill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Virginia retained spend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801" name="Text Placeholder 25">
            <a:extLst>
              <a:ext uri="{FF2B5EF4-FFF2-40B4-BE49-F238E27FC236}">
                <a16:creationId xmlns:a16="http://schemas.microsoft.com/office/drawing/2014/main" id="{50AE3195-21A7-69BF-E78E-6B42C1DEB6F7}"/>
              </a:ext>
            </a:extLst>
          </p:cNvPr>
          <p:cNvSpPr>
            <a:spLocks/>
          </p:cNvSpPr>
          <p:nvPr>
            <p:custDataLst>
              <p:tags r:id="rId139"/>
            </p:custDataLst>
          </p:nvPr>
        </p:nvSpPr>
        <p:spPr bwMode="auto">
          <a:xfrm>
            <a:off x="7569200" y="1393825"/>
            <a:ext cx="90805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D8D53FEF-7E27-4E21-B1CD-8394794B6B51}" type="datetime'DD''''''''''G-''51 o''''''''ut''so''''u''''rc''''e''d'''">
              <a:rPr lang="en-US" altLang="en-US" sz="800" smtClean="0">
                <a:solidFill>
                  <a:srgbClr val="000000"/>
                </a:solidFill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DDG-51 outsourced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802" name="Text Placeholder 25">
            <a:extLst>
              <a:ext uri="{FF2B5EF4-FFF2-40B4-BE49-F238E27FC236}">
                <a16:creationId xmlns:a16="http://schemas.microsoft.com/office/drawing/2014/main" id="{4BA2565D-AD6C-7492-22DC-3780E22A3F8D}"/>
              </a:ext>
            </a:extLst>
          </p:cNvPr>
          <p:cNvSpPr>
            <a:spLocks/>
          </p:cNvSpPr>
          <p:nvPr>
            <p:custDataLst>
              <p:tags r:id="rId140"/>
            </p:custDataLst>
          </p:nvPr>
        </p:nvSpPr>
        <p:spPr bwMode="auto">
          <a:xfrm>
            <a:off x="7569200" y="1566863"/>
            <a:ext cx="10795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B7552FA8-3473-4287-9564-6597EE2D36F4}" type="datetime'DDG-''''''''5''1 ''''reta''''''''''ined ''''sp''''''''en''d'">
              <a:rPr lang="en-US" altLang="en-US" sz="800" smtClean="0">
                <a:solidFill>
                  <a:srgbClr val="000000"/>
                </a:solidFill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DDG-51 retained spend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803" name="Text Placeholder 25">
            <a:extLst>
              <a:ext uri="{FF2B5EF4-FFF2-40B4-BE49-F238E27FC236}">
                <a16:creationId xmlns:a16="http://schemas.microsoft.com/office/drawing/2014/main" id="{A59C760F-2759-4ABD-7699-944F36E6A050}"/>
              </a:ext>
            </a:extLst>
          </p:cNvPr>
          <p:cNvSpPr>
            <a:spLocks/>
          </p:cNvSpPr>
          <p:nvPr>
            <p:custDataLst>
              <p:tags r:id="rId141"/>
            </p:custDataLst>
          </p:nvPr>
        </p:nvSpPr>
        <p:spPr bwMode="auto">
          <a:xfrm>
            <a:off x="8943975" y="1220788"/>
            <a:ext cx="9652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AFBDB2B0-82F8-4D34-9C0D-8FA8B42C6A75}" type="datetime'''C''olu''''mb''ia ''o''''''ut''so''u''''r''''c''ed'''''">
              <a:rPr lang="en-US" altLang="en-US" sz="800" smtClean="0">
                <a:solidFill>
                  <a:srgbClr val="000000"/>
                </a:solidFill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Columbia outsourced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813" name="Text Placeholder 25">
            <a:extLst>
              <a:ext uri="{FF2B5EF4-FFF2-40B4-BE49-F238E27FC236}">
                <a16:creationId xmlns:a16="http://schemas.microsoft.com/office/drawing/2014/main" id="{541505A6-DA44-879F-1377-55780313FC8A}"/>
              </a:ext>
            </a:extLst>
          </p:cNvPr>
          <p:cNvSpPr>
            <a:spLocks/>
          </p:cNvSpPr>
          <p:nvPr>
            <p:custDataLst>
              <p:tags r:id="rId142"/>
            </p:custDataLst>
          </p:nvPr>
        </p:nvSpPr>
        <p:spPr bwMode="auto">
          <a:xfrm>
            <a:off x="8943975" y="1393825"/>
            <a:ext cx="87471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2CDFC81E-297A-4C4E-9EBB-28538D2D6C9B}" type="datetime'V''i''rgini''''a ''o''u''t''''so''ur''''ce''''''''d'''''''''">
              <a:rPr lang="en-US" altLang="en-US" sz="800" smtClean="0">
                <a:solidFill>
                  <a:srgbClr val="000000"/>
                </a:solidFill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Virginia outsourced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814" name="Text Placeholder 25">
            <a:extLst>
              <a:ext uri="{FF2B5EF4-FFF2-40B4-BE49-F238E27FC236}">
                <a16:creationId xmlns:a16="http://schemas.microsoft.com/office/drawing/2014/main" id="{CEBB5BDC-6EF9-5AFE-6934-E41FCFB2FDCA}"/>
              </a:ext>
            </a:extLst>
          </p:cNvPr>
          <p:cNvSpPr>
            <a:spLocks/>
          </p:cNvSpPr>
          <p:nvPr>
            <p:custDataLst>
              <p:tags r:id="rId143"/>
            </p:custDataLst>
          </p:nvPr>
        </p:nvSpPr>
        <p:spPr bwMode="auto">
          <a:xfrm>
            <a:off x="8943975" y="1566863"/>
            <a:ext cx="90805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D944DDFB-C55E-495F-9734-FD42FD7A28B3}" type="datetime'D''D''''''''''G''''''''-5''''1'' ''o''u''tso''ur''c''ed'''">
              <a:rPr lang="en-US" altLang="en-US" sz="800" smtClean="0">
                <a:solidFill>
                  <a:srgbClr val="000000"/>
                </a:solidFill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DDG-51 outsourced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996" name="Text Placeholder 25">
            <a:extLst>
              <a:ext uri="{FF2B5EF4-FFF2-40B4-BE49-F238E27FC236}">
                <a16:creationId xmlns:a16="http://schemas.microsoft.com/office/drawing/2014/main" id="{D292B836-049A-DDBD-32AD-A21A7CA7A03A}"/>
              </a:ext>
            </a:extLst>
          </p:cNvPr>
          <p:cNvSpPr>
            <a:spLocks/>
          </p:cNvSpPr>
          <p:nvPr>
            <p:custDataLst>
              <p:tags r:id="rId144"/>
            </p:custDataLst>
          </p:nvPr>
        </p:nvSpPr>
        <p:spPr bwMode="auto">
          <a:xfrm>
            <a:off x="10204450" y="1220788"/>
            <a:ext cx="113665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99A0D752-9CC5-4F83-B56A-2E18E8FF24F2}" type="datetime'Colu''''''m''b''i''''a r''''''et''a''''ine''''d s''p''e''nd'''">
              <a:rPr lang="en-US" altLang="en-US" sz="800" smtClean="0">
                <a:solidFill>
                  <a:srgbClr val="000000"/>
                </a:solidFill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Columbia retained spend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997" name="Text Placeholder 25">
            <a:extLst>
              <a:ext uri="{FF2B5EF4-FFF2-40B4-BE49-F238E27FC236}">
                <a16:creationId xmlns:a16="http://schemas.microsoft.com/office/drawing/2014/main" id="{33191EA5-2744-1CEE-A664-BE4946057532}"/>
              </a:ext>
            </a:extLst>
          </p:cNvPr>
          <p:cNvSpPr>
            <a:spLocks/>
          </p:cNvSpPr>
          <p:nvPr>
            <p:custDataLst>
              <p:tags r:id="rId145"/>
            </p:custDataLst>
          </p:nvPr>
        </p:nvSpPr>
        <p:spPr bwMode="auto">
          <a:xfrm>
            <a:off x="10204450" y="1393825"/>
            <a:ext cx="104616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4C2507F0-C4CA-4CC2-8726-A22B769ADE75}" type="datetime'V''''irg''i''n''''ia ''''''reta''ine''''''d ''''spen''''d'">
              <a:rPr lang="en-US" altLang="en-US" sz="800" smtClean="0">
                <a:solidFill>
                  <a:srgbClr val="000000"/>
                </a:solidFill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Virginia retained spend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998" name="Text Placeholder 25">
            <a:extLst>
              <a:ext uri="{FF2B5EF4-FFF2-40B4-BE49-F238E27FC236}">
                <a16:creationId xmlns:a16="http://schemas.microsoft.com/office/drawing/2014/main" id="{482237FA-F140-F179-FE94-BC811FE44C86}"/>
              </a:ext>
            </a:extLst>
          </p:cNvPr>
          <p:cNvSpPr>
            <a:spLocks/>
          </p:cNvSpPr>
          <p:nvPr>
            <p:custDataLst>
              <p:tags r:id="rId146"/>
            </p:custDataLst>
          </p:nvPr>
        </p:nvSpPr>
        <p:spPr bwMode="auto">
          <a:xfrm>
            <a:off x="10204450" y="1566863"/>
            <a:ext cx="10795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24DE9C8C-FBDF-4069-B8D2-0D70A5CFCA64}" type="datetime'DDG''''-''5''''1 ''r''e''t''ain''''e''''''d'' ''spe''nd'">
              <a:rPr lang="en-US" altLang="en-US" sz="800" smtClean="0">
                <a:solidFill>
                  <a:srgbClr val="000000"/>
                </a:solidFill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DDG-51 retained spend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209" name="ProgramChip">
            <a:extLst>
              <a:ext uri="{FF2B5EF4-FFF2-40B4-BE49-F238E27FC236}">
                <a16:creationId xmlns:a16="http://schemas.microsoft.com/office/drawing/2014/main" id="{F7794916-6BF1-F085-0068-CF15155FD0FD}"/>
              </a:ext>
            </a:extLst>
          </p:cNvPr>
          <p:cNvSpPr txBox="1"/>
          <p:nvPr/>
        </p:nvSpPr>
        <p:spPr>
          <a:xfrm>
            <a:off x="7465684" y="1800456"/>
            <a:ext cx="4346954" cy="3349320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anchor="t" anchorCtr="1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Forecasted</a:t>
            </a:r>
          </a:p>
        </p:txBody>
      </p:sp>
    </p:spTree>
    <p:extLst>
      <p:ext uri="{BB962C8B-B14F-4D97-AF65-F5344CB8AC3E}">
        <p14:creationId xmlns:p14="http://schemas.microsoft.com/office/powerpoint/2010/main" val="4009446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55CDA-68D1-3DEB-CE21-C9A2EA960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think-cell data - do not delete" hidden="1">
            <a:extLst>
              <a:ext uri="{FF2B5EF4-FFF2-40B4-BE49-F238E27FC236}">
                <a16:creationId xmlns:a16="http://schemas.microsoft.com/office/drawing/2014/main" id="{AB33205E-8FB6-736A-5C76-15CA6B334C8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67790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8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33205E-8FB6-736A-5C76-15CA6B334C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readcrumb">
            <a:extLst>
              <a:ext uri="{FF2B5EF4-FFF2-40B4-BE49-F238E27FC236}">
                <a16:creationId xmlns:a16="http://schemas.microsoft.com/office/drawing/2014/main" id="{860CDDA3-34C4-ECC3-12C8-B67514530D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4" name="PrelimChip">
            <a:extLst>
              <a:ext uri="{FF2B5EF4-FFF2-40B4-BE49-F238E27FC236}">
                <a16:creationId xmlns:a16="http://schemas.microsoft.com/office/drawing/2014/main" id="{02337CE3-B752-B056-8B74-5E194A8D39BC}"/>
              </a:ext>
            </a:extLst>
          </p:cNvPr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lIns="45720" tIns="9144" rIns="45720" bIns="9144" anchor="ctr"/>
          <a:lstStyle/>
          <a:p>
            <a:pPr algn="ctr"/>
            <a:r>
              <a:rPr lang="en-US" sz="1200" b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FBE63A7-D008-A407-9E86-6526998E6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vert="horz" rIns="0"/>
          <a:lstStyle/>
          <a:p>
            <a:r>
              <a:rPr lang="en-US">
                <a:solidFill>
                  <a:srgbClr val="162029"/>
                </a:solidFill>
                <a:ea typeface="Arial"/>
                <a:cs typeface="Arial"/>
              </a:rPr>
              <a:t>Penetration Rate Outlook | …</a:t>
            </a:r>
            <a:endParaRPr lang="en-US" sz="2000" kern="1200">
              <a:solidFill>
                <a:srgbClr val="16202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ources">
            <a:extLst>
              <a:ext uri="{FF2B5EF4-FFF2-40B4-BE49-F238E27FC236}">
                <a16:creationId xmlns:a16="http://schemas.microsoft.com/office/drawing/2014/main" id="{731800D8-0931-0EF2-7E59-A692F23651C7}"/>
              </a:ext>
            </a:extLst>
          </p:cNvPr>
          <p:cNvSpPr txBox="1"/>
          <p:nvPr/>
        </p:nvSpPr>
        <p:spPr>
          <a:xfrm>
            <a:off x="453079" y="6085448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US" sz="800" kern="120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EOQ); FFATA/FSRS subaward records, yard-prime construction PIIDs, FY22–FY25 action years (work-type shares)</a:t>
            </a:r>
          </a:p>
        </p:txBody>
      </p:sp>
      <p:sp>
        <p:nvSpPr>
          <p:cNvPr id="33" name="PrelimChip">
            <a:extLst>
              <a:ext uri="{FF2B5EF4-FFF2-40B4-BE49-F238E27FC236}">
                <a16:creationId xmlns:a16="http://schemas.microsoft.com/office/drawing/2014/main" id="{B76FA608-58FA-28D9-078C-B7E6FC3CB235}"/>
              </a:ext>
            </a:extLst>
          </p:cNvPr>
          <p:cNvSpPr txBox="1"/>
          <p:nvPr/>
        </p:nvSpPr>
        <p:spPr>
          <a:xfrm>
            <a:off x="176981" y="1111045"/>
            <a:ext cx="11808542" cy="5279923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0000"/>
            </a:solidFill>
          </a:ln>
        </p:spPr>
        <p:txBody>
          <a:bodyPr wrap="square" lIns="45720" tIns="9144" rIns="45720" bIns="9144" anchor="ctr"/>
          <a:lstStyle/>
          <a:p>
            <a:pPr algn="ctr"/>
            <a:r>
              <a:rPr lang="en-US" sz="1600" b="1" i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Placeholder – Line chart (LHS 2/3) + Commentary (RHS 1/3) </a:t>
            </a:r>
            <a:br>
              <a:rPr lang="en-US" sz="1600" b="1" i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lang="en-US" sz="1600" b="1" i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X-axis: </a:t>
            </a:r>
          </a:p>
          <a:p>
            <a:pPr algn="ctr"/>
            <a:r>
              <a:rPr lang="en-US" sz="16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Y-axis: </a:t>
            </a:r>
            <a:r>
              <a:rPr lang="en-US" sz="1600" b="1" i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FY22 – FY31</a:t>
            </a:r>
          </a:p>
          <a:p>
            <a:pPr algn="ctr"/>
            <a:r>
              <a:rPr lang="en-US" sz="16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Lines: </a:t>
            </a:r>
            <a:r>
              <a:rPr lang="en-US" sz="1600" b="1" i="1">
                <a:solidFill>
                  <a:srgbClr val="000000"/>
                </a:solidFill>
                <a:ea typeface="Arial"/>
                <a:cs typeface="Arial"/>
              </a:rPr>
              <a:t>DDG, Virginia, Columbia pen rate (delineate historical with solid lines and forecast with dashed lines)</a:t>
            </a:r>
          </a:p>
          <a:p>
            <a:pPr algn="ctr"/>
            <a:r>
              <a:rPr lang="en-US" sz="1600" b="1" i="1">
                <a:solidFill>
                  <a:srgbClr val="000000"/>
                </a:solidFill>
                <a:ea typeface="Arial"/>
                <a:cs typeface="Arial"/>
              </a:rPr>
              <a:t>Overlay: Penetration “ceiling” as lines for each platform</a:t>
            </a:r>
          </a:p>
          <a:p>
            <a:pPr algn="ctr"/>
            <a:r>
              <a:rPr lang="en-US" sz="1600" b="1" i="1">
                <a:solidFill>
                  <a:srgbClr val="000000"/>
                </a:solidFill>
                <a:ea typeface="Arial"/>
                <a:cs typeface="Arial"/>
              </a:rPr>
              <a:t>Commentary: Explanation of curve shape + ceilings</a:t>
            </a:r>
          </a:p>
          <a:p>
            <a:pPr algn="ctr"/>
            <a:endParaRPr lang="en-US" sz="1600" b="1" i="1">
              <a:solidFill>
                <a:srgbClr val="000000"/>
              </a:solidFill>
              <a:ea typeface="Arial"/>
              <a:cs typeface="Arial"/>
            </a:endParaRPr>
          </a:p>
          <a:p>
            <a:pPr algn="ctr"/>
            <a:r>
              <a:rPr lang="en-US" sz="1600" b="1" i="1">
                <a:solidFill>
                  <a:srgbClr val="000000"/>
                </a:solidFill>
                <a:ea typeface="Arial"/>
                <a:cs typeface="Arial"/>
              </a:rPr>
              <a:t>To understand how the Navy thinks about “outsourcing” – defined as hours or $ or combination?</a:t>
            </a:r>
          </a:p>
        </p:txBody>
      </p:sp>
    </p:spTree>
    <p:extLst>
      <p:ext uri="{BB962C8B-B14F-4D97-AF65-F5344CB8AC3E}">
        <p14:creationId xmlns:p14="http://schemas.microsoft.com/office/powerpoint/2010/main" val="39442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FC103-9238-ECE2-AC3F-189E2E9A4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2B424BF-BD15-9834-97AA-16BB920304C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19172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6" imgW="404" imgH="405" progId="TCLayout.ActiveDocument.1">
                  <p:embed/>
                </p:oleObj>
              </mc:Choice>
              <mc:Fallback>
                <p:oleObj name="think-cell Slide" r:id="rId66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F29C2F-A80D-856C-2D52-DF9BA5F7B5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readcrumb">
            <a:extLst>
              <a:ext uri="{FF2B5EF4-FFF2-40B4-BE49-F238E27FC236}">
                <a16:creationId xmlns:a16="http://schemas.microsoft.com/office/drawing/2014/main" id="{B9A19A85-98B6-5D84-4736-7CDD5B1463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b="1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Outsourced BC Annual TAM</a:t>
            </a:r>
          </a:p>
        </p:txBody>
      </p:sp>
      <p:sp>
        <p:nvSpPr>
          <p:cNvPr id="4" name="PrelimChip">
            <a:extLst>
              <a:ext uri="{FF2B5EF4-FFF2-40B4-BE49-F238E27FC236}">
                <a16:creationId xmlns:a16="http://schemas.microsoft.com/office/drawing/2014/main" id="{000EF4EF-092B-4598-810F-4672F4040B55}"/>
              </a:ext>
            </a:extLst>
          </p:cNvPr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lIns="45720" tIns="9144" rIns="45720" bIns="9144" anchor="ctr"/>
          <a:lstStyle/>
          <a:p>
            <a:pPr algn="ctr"/>
            <a:r>
              <a:rPr lang="en-US" sz="1200" b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B452198-4515-6B1F-1E98-80945F00D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vert="horz" rIns="0"/>
          <a:lstStyle/>
          <a:p>
            <a:r>
              <a:rPr lang="en-US" dirty="0">
                <a:solidFill>
                  <a:srgbClr val="162029"/>
                </a:solidFill>
                <a:ea typeface="Arial"/>
                <a:cs typeface="Arial"/>
              </a:rPr>
              <a:t>Outsourced Basic Construction Spend by Work Type | Machining anchors a third or more of DDG-51 demand every year, while the submarine lead rotates among structural, electrical, and piping work with award timing.</a:t>
            </a:r>
            <a:endParaRPr lang="en-US" sz="2000" kern="1200" dirty="0">
              <a:solidFill>
                <a:srgbClr val="162029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543" name="Chart 542">
            <a:extLst>
              <a:ext uri="{FF2B5EF4-FFF2-40B4-BE49-F238E27FC236}">
                <a16:creationId xmlns:a16="http://schemas.microsoft.com/office/drawing/2014/main" id="{FAB148EF-B2BE-81CE-572A-BF6476BBDCC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43384226"/>
              </p:ext>
            </p:extLst>
          </p:nvPr>
        </p:nvGraphicFramePr>
        <p:xfrm>
          <a:off x="349250" y="2216150"/>
          <a:ext cx="11296650" cy="3341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8"/>
          </a:graphicData>
        </a:graphic>
      </p:graphicFrame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2320730D-64E7-B45A-8CE5-6393E8E1E4E4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gray">
          <a:xfrm flipH="1">
            <a:off x="11279188" y="2871788"/>
            <a:ext cx="84138" cy="0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6" name="Text Placeholder 25">
            <a:extLst>
              <a:ext uri="{FF2B5EF4-FFF2-40B4-BE49-F238E27FC236}">
                <a16:creationId xmlns:a16="http://schemas.microsoft.com/office/drawing/2014/main" id="{A3456344-90B6-5879-1EA0-172D1E4D4304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28838" y="54229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7168B62-9258-4E5A-9D08-069537838750}" type="datetime'''F''''''''Y''''''2''''''''''''''''''''''''''0''''''''''2''3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FY2023</a:t>
            </a:fld>
            <a:endParaRPr lang="en-US" sz="1000" dirty="0"/>
          </a:p>
        </p:txBody>
      </p:sp>
      <p:sp>
        <p:nvSpPr>
          <p:cNvPr id="377" name="Text Placeholder 25">
            <a:extLst>
              <a:ext uri="{FF2B5EF4-FFF2-40B4-BE49-F238E27FC236}">
                <a16:creationId xmlns:a16="http://schemas.microsoft.com/office/drawing/2014/main" id="{47D6F43E-A024-ACD1-F83E-1308CE2816E2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3097213" y="54229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B8466E6-3F01-45DE-AC03-81F2CBD5FD51}" type="datetime'''F''''''''''''''''''''Y''2''''''''''0''2''''4''''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FY2024</a:t>
            </a:fld>
            <a:endParaRPr lang="en-US" sz="1000" dirty="0"/>
          </a:p>
        </p:txBody>
      </p:sp>
      <p:sp>
        <p:nvSpPr>
          <p:cNvPr id="382" name="Text Placeholder 25">
            <a:extLst>
              <a:ext uri="{FF2B5EF4-FFF2-40B4-BE49-F238E27FC236}">
                <a16:creationId xmlns:a16="http://schemas.microsoft.com/office/drawing/2014/main" id="{E16BD559-A5E2-3AFE-3F92-79B090C16324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1281113" y="22637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9424B75-4D29-45BC-8397-F68F88EF19F5}" type="datetime'''''''0''''''''''''''''''''''.''5''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0.5</a:t>
            </a:fld>
            <a:endParaRPr lang="en-US" sz="1000" dirty="0"/>
          </a:p>
        </p:txBody>
      </p:sp>
      <p:sp>
        <p:nvSpPr>
          <p:cNvPr id="384" name="Text Placeholder 25">
            <a:extLst>
              <a:ext uri="{FF2B5EF4-FFF2-40B4-BE49-F238E27FC236}">
                <a16:creationId xmlns:a16="http://schemas.microsoft.com/office/drawing/2014/main" id="{AA663B76-DE7B-7F0C-F8C9-916432E873C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251075" y="22637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607EFF9-E587-480F-97AC-610DE56C3D7C}" type="datetime'''''''''''''''''''''''''''''''''''1''''.''2''''''''''''''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1.2</a:t>
            </a:fld>
            <a:endParaRPr lang="en-US" sz="1000" dirty="0"/>
          </a:p>
        </p:txBody>
      </p:sp>
      <p:sp>
        <p:nvSpPr>
          <p:cNvPr id="385" name="Text Placeholder 25">
            <a:extLst>
              <a:ext uri="{FF2B5EF4-FFF2-40B4-BE49-F238E27FC236}">
                <a16:creationId xmlns:a16="http://schemas.microsoft.com/office/drawing/2014/main" id="{9D1268E7-3E46-CD7F-9556-09FEAD1E59E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3219450" y="22637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0F311E0-799C-4546-B5B2-E35BF09388F1}" type="datetime'0''''''''''.''''''''''''''''''9''''''''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0.9</a:t>
            </a:fld>
            <a:endParaRPr lang="en-US" sz="1000" dirty="0"/>
          </a:p>
        </p:txBody>
      </p:sp>
      <p:sp>
        <p:nvSpPr>
          <p:cNvPr id="388" name="Text Placeholder 25">
            <a:extLst>
              <a:ext uri="{FF2B5EF4-FFF2-40B4-BE49-F238E27FC236}">
                <a16:creationId xmlns:a16="http://schemas.microsoft.com/office/drawing/2014/main" id="{9CD33911-2215-A9B5-C7D4-C4D3D2405EE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067175" y="54229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B62F120-1003-4771-96E3-257EB9B811AD}" type="datetime'''F''''Y''''20''''''''''''''''2''''''''''''5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FY2025</a:t>
            </a:fld>
            <a:endParaRPr lang="en-US" sz="1000" dirty="0"/>
          </a:p>
        </p:txBody>
      </p:sp>
      <p:sp>
        <p:nvSpPr>
          <p:cNvPr id="389" name="Text Placeholder 25">
            <a:extLst>
              <a:ext uri="{FF2B5EF4-FFF2-40B4-BE49-F238E27FC236}">
                <a16:creationId xmlns:a16="http://schemas.microsoft.com/office/drawing/2014/main" id="{89634FA1-34B9-35ED-ABAA-97954910F41F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6005513" y="54229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EC0190B-7E50-43E2-A424-657F3CA098C2}" type="datetime'''''''''F''''''''''''''Y''2''''0''2''''2''''''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FY2022</a:t>
            </a:fld>
            <a:endParaRPr lang="en-US" sz="1000" dirty="0"/>
          </a:p>
        </p:txBody>
      </p:sp>
      <p:sp>
        <p:nvSpPr>
          <p:cNvPr id="390" name="Text Placeholder 25">
            <a:extLst>
              <a:ext uri="{FF2B5EF4-FFF2-40B4-BE49-F238E27FC236}">
                <a16:creationId xmlns:a16="http://schemas.microsoft.com/office/drawing/2014/main" id="{F0C024BA-0299-07EA-E74B-9E969B2BF12F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73888" y="54229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0F67A0E-2ECC-4E58-8571-6875827C0856}" type="datetime'''''''FY''''''''''''''2''02''''''3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FY2023</a:t>
            </a:fld>
            <a:endParaRPr lang="en-US" sz="1000" dirty="0"/>
          </a:p>
        </p:txBody>
      </p:sp>
      <p:sp>
        <p:nvSpPr>
          <p:cNvPr id="391" name="Text Placeholder 25">
            <a:extLst>
              <a:ext uri="{FF2B5EF4-FFF2-40B4-BE49-F238E27FC236}">
                <a16:creationId xmlns:a16="http://schemas.microsoft.com/office/drawing/2014/main" id="{F588D86C-3C19-629C-A775-3E0615FF4A0A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943850" y="54229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57B9944-3891-4788-B805-82191736ADFC}" type="datetime'F''''''''''Y''''''20''''''''2''''''4''''''''''''''''''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FY2024</a:t>
            </a:fld>
            <a:endParaRPr lang="en-US" sz="1000" dirty="0"/>
          </a:p>
        </p:txBody>
      </p:sp>
      <p:sp>
        <p:nvSpPr>
          <p:cNvPr id="392" name="Text Placeholder 25">
            <a:extLst>
              <a:ext uri="{FF2B5EF4-FFF2-40B4-BE49-F238E27FC236}">
                <a16:creationId xmlns:a16="http://schemas.microsoft.com/office/drawing/2014/main" id="{8CBCC3D9-32BF-2DA9-6C86-56A51CC227B1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8912225" y="54229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F9FA842-51CD-4431-816D-9E65D44EC34E}" type="datetime'''''F''''Y''2''''''''0''2''''5''''''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FY2025</a:t>
            </a:fld>
            <a:endParaRPr lang="en-US" sz="1000" dirty="0"/>
          </a:p>
        </p:txBody>
      </p:sp>
      <p:sp>
        <p:nvSpPr>
          <p:cNvPr id="393" name="Text Placeholder 25">
            <a:extLst>
              <a:ext uri="{FF2B5EF4-FFF2-40B4-BE49-F238E27FC236}">
                <a16:creationId xmlns:a16="http://schemas.microsoft.com/office/drawing/2014/main" id="{E780C58E-DCF2-26F2-FA75-491FB8C31683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0850563" y="54229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08994D0-CF9B-4939-B32F-D6B38B2976C2}" type="datetime'''F''''Y''2''''''''''''''''''0''''2''''''''''''''4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FY2024</a:t>
            </a:fld>
            <a:endParaRPr lang="en-US" sz="1000" dirty="0"/>
          </a:p>
        </p:txBody>
      </p:sp>
      <p:sp>
        <p:nvSpPr>
          <p:cNvPr id="399" name="Text Placeholder 25">
            <a:extLst>
              <a:ext uri="{FF2B5EF4-FFF2-40B4-BE49-F238E27FC236}">
                <a16:creationId xmlns:a16="http://schemas.microsoft.com/office/drawing/2014/main" id="{E5210E4D-ADAF-AA8D-AA3C-31284FCC7D95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4189413" y="22637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E8C3691-E4EE-44BE-8B5B-54DACA4873A4}" type="datetime'''''''1''''''''''.''''''''''''''''''2''''''''''''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1.2</a:t>
            </a:fld>
            <a:endParaRPr lang="en-US" sz="1000" dirty="0"/>
          </a:p>
        </p:txBody>
      </p:sp>
      <p:sp>
        <p:nvSpPr>
          <p:cNvPr id="400" name="Text Placeholder 25">
            <a:extLst>
              <a:ext uri="{FF2B5EF4-FFF2-40B4-BE49-F238E27FC236}">
                <a16:creationId xmlns:a16="http://schemas.microsoft.com/office/drawing/2014/main" id="{1E1F43E7-5E39-C532-8820-36D757378B59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6127750" y="22637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1B657E7-C2C4-4A28-AC0F-8B40915AF1C3}" type="datetime'''''''''''''1''''''''''''''''''''''''''''''''''.''''''8''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1.8</a:t>
            </a:fld>
            <a:endParaRPr lang="en-US" sz="1000" dirty="0"/>
          </a:p>
        </p:txBody>
      </p:sp>
      <p:sp>
        <p:nvSpPr>
          <p:cNvPr id="401" name="Text Placeholder 25">
            <a:extLst>
              <a:ext uri="{FF2B5EF4-FFF2-40B4-BE49-F238E27FC236}">
                <a16:creationId xmlns:a16="http://schemas.microsoft.com/office/drawing/2014/main" id="{80E09DE7-3B9B-7F2E-E4F7-F00F289CECAB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7096125" y="22637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5F7B280-5D43-403C-96E4-3441C0D3AFAD}" type="datetime'''''''''''1.''''''''''''''9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1.9</a:t>
            </a:fld>
            <a:endParaRPr lang="en-US" sz="1000" dirty="0"/>
          </a:p>
        </p:txBody>
      </p:sp>
      <p:sp>
        <p:nvSpPr>
          <p:cNvPr id="402" name="Text Placeholder 25">
            <a:extLst>
              <a:ext uri="{FF2B5EF4-FFF2-40B4-BE49-F238E27FC236}">
                <a16:creationId xmlns:a16="http://schemas.microsoft.com/office/drawing/2014/main" id="{5A722021-1FC6-A1F1-AF5C-25BB3B6205C8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8066088" y="22637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0BF7AED-7C9C-46F1-BA10-0A9332BF076F}" type="datetime'''3''''.''''''''''''2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3.2</a:t>
            </a:fld>
            <a:endParaRPr lang="en-US" sz="1000" dirty="0"/>
          </a:p>
        </p:txBody>
      </p:sp>
      <p:sp>
        <p:nvSpPr>
          <p:cNvPr id="403" name="Text Placeholder 25">
            <a:extLst>
              <a:ext uri="{FF2B5EF4-FFF2-40B4-BE49-F238E27FC236}">
                <a16:creationId xmlns:a16="http://schemas.microsoft.com/office/drawing/2014/main" id="{EAF18779-48A4-E7FC-6847-F45200C7022E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034463" y="22637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10B4645-352D-448D-936B-87072E38221E}" type="datetime'''''''''1''''''''''.''''''''''''''''''''''''8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1.8</a:t>
            </a:fld>
            <a:endParaRPr lang="en-US" sz="1000" dirty="0"/>
          </a:p>
        </p:txBody>
      </p:sp>
      <p:sp>
        <p:nvSpPr>
          <p:cNvPr id="404" name="Text Placeholder 25">
            <a:extLst>
              <a:ext uri="{FF2B5EF4-FFF2-40B4-BE49-F238E27FC236}">
                <a16:creationId xmlns:a16="http://schemas.microsoft.com/office/drawing/2014/main" id="{26895F88-18D3-62CD-4D3B-B684D43B6D6D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10972800" y="22637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4D26D39-487C-483F-8A15-EB8A2DF1E835}" type="datetime'''''''''''''''''''''''''''1''''''.''''''''''''''''''''''5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1.5</a:t>
            </a:fld>
            <a:endParaRPr lang="en-US" sz="1000" dirty="0"/>
          </a:p>
        </p:txBody>
      </p:sp>
      <p:sp>
        <p:nvSpPr>
          <p:cNvPr id="485" name="Text Placeholder 25">
            <a:extLst>
              <a:ext uri="{FF2B5EF4-FFF2-40B4-BE49-F238E27FC236}">
                <a16:creationId xmlns:a16="http://schemas.microsoft.com/office/drawing/2014/main" id="{F7082B9C-757C-1B28-A952-6FFED85B953E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1243013" y="2913063"/>
            <a:ext cx="287338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EBA4369-1D29-4DEE-A777-ECD2CC4F9E6A}" type="datetime'''''''3''''''''8''''%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38%</a:t>
            </a:fld>
            <a:endParaRPr lang="en-US" sz="1000" dirty="0"/>
          </a:p>
        </p:txBody>
      </p:sp>
      <p:sp>
        <p:nvSpPr>
          <p:cNvPr id="487" name="Text Placeholder 25">
            <a:extLst>
              <a:ext uri="{FF2B5EF4-FFF2-40B4-BE49-F238E27FC236}">
                <a16:creationId xmlns:a16="http://schemas.microsoft.com/office/drawing/2014/main" id="{6E6B606A-3C4F-C339-DCBC-3C2FC8566FC0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2212975" y="2809875"/>
            <a:ext cx="287338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3079D29-CE49-4E70-83B0-543B91C8A7BF}" type="datetime'''''''''''''''''''3''1%''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31%</a:t>
            </a:fld>
            <a:endParaRPr lang="en-US" sz="1000" dirty="0"/>
          </a:p>
        </p:txBody>
      </p:sp>
      <p:sp>
        <p:nvSpPr>
          <p:cNvPr id="488" name="Text Placeholder 25">
            <a:extLst>
              <a:ext uri="{FF2B5EF4-FFF2-40B4-BE49-F238E27FC236}">
                <a16:creationId xmlns:a16="http://schemas.microsoft.com/office/drawing/2014/main" id="{3DA37FC3-B72A-38B0-1D19-7403FA871C2F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3181350" y="2560638"/>
            <a:ext cx="287338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539CA71-7AFA-4152-9178-7461AC8DDBAB}" type="datetime'''''''''''''''''''''''''''''''''1''''4''''''''%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14%</a:t>
            </a:fld>
            <a:endParaRPr lang="en-US" sz="1000" dirty="0"/>
          </a:p>
        </p:txBody>
      </p:sp>
      <p:sp>
        <p:nvSpPr>
          <p:cNvPr id="489" name="Text Placeholder 25">
            <a:extLst>
              <a:ext uri="{FF2B5EF4-FFF2-40B4-BE49-F238E27FC236}">
                <a16:creationId xmlns:a16="http://schemas.microsoft.com/office/drawing/2014/main" id="{7836C65B-0430-521E-30CC-ECC0F15F7AC8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4151313" y="2573338"/>
            <a:ext cx="287338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BADF16D-FD73-41E2-8C20-E6F3A3602DF7}" type="datetime'''''1''''4''''''''''''%''''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14%</a:t>
            </a:fld>
            <a:endParaRPr lang="en-US" sz="1000" dirty="0"/>
          </a:p>
        </p:txBody>
      </p:sp>
      <p:sp>
        <p:nvSpPr>
          <p:cNvPr id="421" name="Text Placeholder 25">
            <a:extLst>
              <a:ext uri="{FF2B5EF4-FFF2-40B4-BE49-F238E27FC236}">
                <a16:creationId xmlns:a16="http://schemas.microsoft.com/office/drawing/2014/main" id="{7EE88FB6-8CCE-330C-B0EE-E272D0C59B74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10836275" y="2857500"/>
            <a:ext cx="217488" cy="1524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31ED70F-3B9A-47B2-A1AA-15F82FC2A2DF}" type="datetime'''''''''3''''''''''''''''''''''''''''''''''''''%'">
              <a:rPr lang="en-US" altLang="en-US" sz="10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3%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91" name="Text Placeholder 25">
            <a:extLst>
              <a:ext uri="{FF2B5EF4-FFF2-40B4-BE49-F238E27FC236}">
                <a16:creationId xmlns:a16="http://schemas.microsoft.com/office/drawing/2014/main" id="{7AE1C69A-C4CE-AC25-E8C2-B26629243E55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7058025" y="2555875"/>
            <a:ext cx="287338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AFF1711-8609-4C58-A7A4-332A2439510A}" type="datetime'''''''''''''''''''''''13%''''''''''''''''''''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13%</a:t>
            </a:fld>
            <a:endParaRPr lang="en-US" sz="1000" dirty="0"/>
          </a:p>
        </p:txBody>
      </p:sp>
      <p:sp>
        <p:nvSpPr>
          <p:cNvPr id="492" name="Text Placeholder 25">
            <a:extLst>
              <a:ext uri="{FF2B5EF4-FFF2-40B4-BE49-F238E27FC236}">
                <a16:creationId xmlns:a16="http://schemas.microsoft.com/office/drawing/2014/main" id="{A301B88C-9B8B-1E7D-A4D2-47AF82CADCE2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8027988" y="2573338"/>
            <a:ext cx="287338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C93883E-AC55-4190-8DEF-27DD02343DE5}" type="datetime'''''''1''''''''''''''''''''''''4%''''''''''''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14%</a:t>
            </a:fld>
            <a:endParaRPr lang="en-US" sz="1000" dirty="0"/>
          </a:p>
        </p:txBody>
      </p:sp>
      <p:sp>
        <p:nvSpPr>
          <p:cNvPr id="493" name="Text Placeholder 25">
            <a:extLst>
              <a:ext uri="{FF2B5EF4-FFF2-40B4-BE49-F238E27FC236}">
                <a16:creationId xmlns:a16="http://schemas.microsoft.com/office/drawing/2014/main" id="{40EE1C13-899D-B191-81D7-49DC6B205026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8996363" y="2592388"/>
            <a:ext cx="287338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315772B-F354-4225-AE58-A0329302B034}" type="datetime'''''''''''''''''''1''''''''''''6''''''''''''''''''''%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16%</a:t>
            </a:fld>
            <a:endParaRPr lang="en-US" sz="1000" dirty="0"/>
          </a:p>
        </p:txBody>
      </p:sp>
      <p:sp>
        <p:nvSpPr>
          <p:cNvPr id="494" name="Text Placeholder 25">
            <a:extLst>
              <a:ext uri="{FF2B5EF4-FFF2-40B4-BE49-F238E27FC236}">
                <a16:creationId xmlns:a16="http://schemas.microsoft.com/office/drawing/2014/main" id="{3F66462C-196A-61A9-325D-F61E999BB3AA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10934700" y="2508250"/>
            <a:ext cx="287338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14A7014-8E7F-4D44-9CF0-BEDFACA7586D}" type="datetime'''''''''''''''''''1''''''''''''''''''''0''''''''%''''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10%</a:t>
            </a:fld>
            <a:endParaRPr lang="en-US" sz="1000" dirty="0"/>
          </a:p>
        </p:txBody>
      </p:sp>
      <p:sp>
        <p:nvSpPr>
          <p:cNvPr id="490" name="Text Placeholder 25">
            <a:extLst>
              <a:ext uri="{FF2B5EF4-FFF2-40B4-BE49-F238E27FC236}">
                <a16:creationId xmlns:a16="http://schemas.microsoft.com/office/drawing/2014/main" id="{090DF863-601E-2681-E632-29C106C03BDE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6089650" y="2681288"/>
            <a:ext cx="287338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104FF13-6172-4BAE-A37D-BB8683D59A86}" type="datetime'2''''''''''''''''''''''''''2''''''''''''%''''''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22%</a:t>
            </a:fld>
            <a:endParaRPr lang="en-US" sz="1000" dirty="0"/>
          </a:p>
        </p:txBody>
      </p:sp>
      <p:sp>
        <p:nvSpPr>
          <p:cNvPr id="506" name="Text Placeholder 25">
            <a:extLst>
              <a:ext uri="{FF2B5EF4-FFF2-40B4-BE49-F238E27FC236}">
                <a16:creationId xmlns:a16="http://schemas.microsoft.com/office/drawing/2014/main" id="{502C9C67-139F-C3D8-50EF-56ACFE679EBB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2247900" y="3257550"/>
            <a:ext cx="217488" cy="152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3C54274-06FA-4318-A3AE-DC6B2B59EECB}" type="datetime'''''''''0''''''''''''''''''%''''''''''''''''''''''''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0%</a:t>
            </a:fld>
            <a:endParaRPr lang="en-US" sz="1000" dirty="0"/>
          </a:p>
        </p:txBody>
      </p:sp>
      <p:sp>
        <p:nvSpPr>
          <p:cNvPr id="507" name="Text Placeholder 25">
            <a:extLst>
              <a:ext uri="{FF2B5EF4-FFF2-40B4-BE49-F238E27FC236}">
                <a16:creationId xmlns:a16="http://schemas.microsoft.com/office/drawing/2014/main" id="{F38926C6-9EFF-5091-900E-6F0682FE04F4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4186238" y="2813050"/>
            <a:ext cx="217488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AC4805B-0FEF-463D-A5BD-9C1888A4F51A}" type="datetime'''''''''''''2%'''''''''''">
              <a:rPr lang="en-US" altLang="en-US" sz="10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2%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08" name="Text Placeholder 25">
            <a:extLst>
              <a:ext uri="{FF2B5EF4-FFF2-40B4-BE49-F238E27FC236}">
                <a16:creationId xmlns:a16="http://schemas.microsoft.com/office/drawing/2014/main" id="{68DA114C-7769-D423-71AD-EC7B30BBF23A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9031288" y="5227638"/>
            <a:ext cx="217488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32CB5C1-7B84-41B4-9C10-FA66904C2473}" type="datetime'''''''''''2%'''''''''''''''''''''''''''''''''''''''''''''">
              <a:rPr lang="en-US" altLang="en-US" sz="10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2%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14" name="Text Placeholder 25">
            <a:extLst>
              <a:ext uri="{FF2B5EF4-FFF2-40B4-BE49-F238E27FC236}">
                <a16:creationId xmlns:a16="http://schemas.microsoft.com/office/drawing/2014/main" id="{F0575CFE-B628-6B83-A73B-E2F43F4EC1A7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6259513" y="3036888"/>
            <a:ext cx="217488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D7CB464-2A1C-4AFE-BB86-1FFC61855240}" type="datetime'''''3''''''''''''''''''''''''''''''''''''''%'''''''''''''''">
              <a:rPr lang="en-US" altLang="en-US" sz="10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3%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15" name="Text Placeholder 25">
            <a:extLst>
              <a:ext uri="{FF2B5EF4-FFF2-40B4-BE49-F238E27FC236}">
                <a16:creationId xmlns:a16="http://schemas.microsoft.com/office/drawing/2014/main" id="{5767BB7C-F221-107A-DEB0-23CD6D63CE42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6959600" y="3094038"/>
            <a:ext cx="217488" cy="1524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179E628-50B1-4CE1-BDA9-FD296F7F50EE}" type="datetime'''''''''''1''''''''''''''''''''''''%'''''''''''''">
              <a:rPr lang="en-US" altLang="en-US" sz="10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1%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16" name="Text Placeholder 25">
            <a:extLst>
              <a:ext uri="{FF2B5EF4-FFF2-40B4-BE49-F238E27FC236}">
                <a16:creationId xmlns:a16="http://schemas.microsoft.com/office/drawing/2014/main" id="{833D7EA7-BD0A-77FE-C89D-85D194585466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7227888" y="3059113"/>
            <a:ext cx="217488" cy="1524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C4EAEE0-88DF-4264-8ABE-9482468A3EFE}" type="datetime'''''''''''''''''''''''''''''''''''''2%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2%</a:t>
            </a:fld>
            <a:endParaRPr lang="en-US" sz="1000" dirty="0"/>
          </a:p>
        </p:txBody>
      </p:sp>
      <p:sp>
        <p:nvSpPr>
          <p:cNvPr id="517" name="Text Placeholder 25">
            <a:extLst>
              <a:ext uri="{FF2B5EF4-FFF2-40B4-BE49-F238E27FC236}">
                <a16:creationId xmlns:a16="http://schemas.microsoft.com/office/drawing/2014/main" id="{F2EFDEE3-AC05-0E81-C008-B5221B22F63F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7092950" y="2784475"/>
            <a:ext cx="217488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743B45C-9DF5-4891-B0FE-31040F24E90E}" type="datetime'''''''''''''3%'''''''''''''''''''''''''''''''''''''">
              <a:rPr lang="en-US" altLang="en-US" sz="10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3%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74" name="Text Placeholder 25">
            <a:extLst>
              <a:ext uri="{FF2B5EF4-FFF2-40B4-BE49-F238E27FC236}">
                <a16:creationId xmlns:a16="http://schemas.microsoft.com/office/drawing/2014/main" id="{7A235DF0-1AA9-43E3-357D-A37C73679901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auto">
          <a:xfrm>
            <a:off x="1158875" y="5422900"/>
            <a:ext cx="454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6ACC927-E6F4-42AB-9826-2E395AA0C2CA}" type="datetime'''F''''''Y''''''''2''''''0''''''''''''''''''''''2''''''2'''''">
              <a:rPr lang="en-US" altLang="en-US" sz="10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FY2022</a:t>
            </a:fld>
            <a:endParaRPr lang="en-US" sz="1000" dirty="0"/>
          </a:p>
        </p:txBody>
      </p:sp>
      <p:sp>
        <p:nvSpPr>
          <p:cNvPr id="519" name="Text Placeholder 25">
            <a:extLst>
              <a:ext uri="{FF2B5EF4-FFF2-40B4-BE49-F238E27FC236}">
                <a16:creationId xmlns:a16="http://schemas.microsoft.com/office/drawing/2014/main" id="{2824021B-86C0-9FEA-B959-3809FD182BE1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gray">
          <a:xfrm>
            <a:off x="8062913" y="2819400"/>
            <a:ext cx="217488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D1E1A90-5CE7-4F45-9D5D-6897E81AD594}" type="datetime'''''''3''''''''''''''''''''''''''''''''''''''''''''''''''%'''">
              <a:rPr lang="en-US" altLang="en-US" sz="10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3%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20" name="Text Placeholder 25">
            <a:extLst>
              <a:ext uri="{FF2B5EF4-FFF2-40B4-BE49-F238E27FC236}">
                <a16:creationId xmlns:a16="http://schemas.microsoft.com/office/drawing/2014/main" id="{8F86807B-1323-D007-E75F-74D1249EB6B3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gray">
          <a:xfrm>
            <a:off x="9166225" y="3381375"/>
            <a:ext cx="217488" cy="1524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E22FD7B-8640-42FF-B300-8E14F9B20299}" type="datetime'1''''''''''''''''''''''''''''''''''''''''''''%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1%</a:t>
            </a:fld>
            <a:endParaRPr lang="en-US" sz="1000" dirty="0"/>
          </a:p>
        </p:txBody>
      </p:sp>
      <p:sp>
        <p:nvSpPr>
          <p:cNvPr id="521" name="Text Placeholder 25">
            <a:extLst>
              <a:ext uri="{FF2B5EF4-FFF2-40B4-BE49-F238E27FC236}">
                <a16:creationId xmlns:a16="http://schemas.microsoft.com/office/drawing/2014/main" id="{F47DB3CD-F88F-0319-C8E9-7A58A992AEB9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gray">
          <a:xfrm>
            <a:off x="11104563" y="2752725"/>
            <a:ext cx="217488" cy="152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DBAD5D7-73A2-4927-B943-BF5BAB22245A}" type="datetime'''''''''''''''''''''''''''''''''''''''''''2''''''''''''%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2%</a:t>
            </a:fld>
            <a:endParaRPr lang="en-US" sz="1000" dirty="0"/>
          </a:p>
        </p:txBody>
      </p:sp>
      <p:sp>
        <p:nvSpPr>
          <p:cNvPr id="525" name="Text Placeholder 25">
            <a:extLst>
              <a:ext uri="{FF2B5EF4-FFF2-40B4-BE49-F238E27FC236}">
                <a16:creationId xmlns:a16="http://schemas.microsoft.com/office/drawing/2014/main" id="{F642C021-8E16-C629-7D46-2120AFE6BE49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gray">
          <a:xfrm>
            <a:off x="1277938" y="3468688"/>
            <a:ext cx="217488" cy="152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4EEE04C-45C5-4A22-AFF6-9C971B902C47}" type="datetime'1''''''''''''''%''''''''''''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1%</a:t>
            </a:fld>
            <a:endParaRPr lang="en-US" sz="1000" dirty="0"/>
          </a:p>
        </p:txBody>
      </p:sp>
      <p:sp>
        <p:nvSpPr>
          <p:cNvPr id="518" name="Text Placeholder 25">
            <a:extLst>
              <a:ext uri="{FF2B5EF4-FFF2-40B4-BE49-F238E27FC236}">
                <a16:creationId xmlns:a16="http://schemas.microsoft.com/office/drawing/2014/main" id="{1EC71D81-4802-08FB-AFEE-10A9C3473421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gray">
          <a:xfrm>
            <a:off x="8197850" y="3063875"/>
            <a:ext cx="217488" cy="1524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230F945-06F9-4CD8-B743-F168EA9CCE05}" type="datetime'''''''''''''''''''0''''''''''''''''''''''''''''''''%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0%</a:t>
            </a:fld>
            <a:endParaRPr lang="en-US" sz="1000" dirty="0"/>
          </a:p>
        </p:txBody>
      </p:sp>
      <p:sp>
        <p:nvSpPr>
          <p:cNvPr id="527" name="Text Placeholder 25">
            <a:extLst>
              <a:ext uri="{FF2B5EF4-FFF2-40B4-BE49-F238E27FC236}">
                <a16:creationId xmlns:a16="http://schemas.microsoft.com/office/drawing/2014/main" id="{6E420AC0-3C85-E8A4-E009-AE98C956A6BC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gray">
          <a:xfrm>
            <a:off x="6259513" y="3201988"/>
            <a:ext cx="217488" cy="1524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472F643-3AD9-44A7-93C1-1EE778042ED5}" type="datetime'''''''''''''''''''''''''''''''''''''''0''''''''%''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0%</a:t>
            </a:fld>
            <a:endParaRPr lang="en-US" sz="1000" dirty="0"/>
          </a:p>
        </p:txBody>
      </p:sp>
      <p:sp>
        <p:nvSpPr>
          <p:cNvPr id="528" name="Text Placeholder 25">
            <a:extLst>
              <a:ext uri="{FF2B5EF4-FFF2-40B4-BE49-F238E27FC236}">
                <a16:creationId xmlns:a16="http://schemas.microsoft.com/office/drawing/2014/main" id="{CCD422E6-0D84-B8B5-5EEB-24AB04C7671E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gray">
          <a:xfrm>
            <a:off x="10836275" y="2689225"/>
            <a:ext cx="217488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9078786-B3B0-48DA-8930-C5BB3D380D00}" type="datetime'''''''''''''''3''''''''''''''%'''''''''''''">
              <a:rPr lang="en-US" altLang="en-US" sz="10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3%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38" name="Text Placeholder 25">
            <a:extLst>
              <a:ext uri="{FF2B5EF4-FFF2-40B4-BE49-F238E27FC236}">
                <a16:creationId xmlns:a16="http://schemas.microsoft.com/office/drawing/2014/main" id="{45333A88-822E-92AB-C47B-C2E33CAAA697}"/>
              </a:ext>
            </a:extLst>
          </p:cNvPr>
          <p:cNvSpPr>
            <a:spLocks/>
          </p:cNvSpPr>
          <p:nvPr>
            <p:custDataLst>
              <p:tags r:id="rId46"/>
            </p:custDataLst>
          </p:nvPr>
        </p:nvSpPr>
        <p:spPr bwMode="gray">
          <a:xfrm>
            <a:off x="1277938" y="4730750"/>
            <a:ext cx="217488" cy="1524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0118344-FE79-4EA3-A723-724E440F2F54}" type="datetime'''''''''4''''''''''''''''''''%'''''''">
              <a:rPr lang="en-US" altLang="en-US" sz="10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4%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39" name="Text Placeholder 25">
            <a:extLst>
              <a:ext uri="{FF2B5EF4-FFF2-40B4-BE49-F238E27FC236}">
                <a16:creationId xmlns:a16="http://schemas.microsoft.com/office/drawing/2014/main" id="{3C1F399D-FAD3-F0D3-5A06-254E5FB96E1A}"/>
              </a:ext>
            </a:extLst>
          </p:cNvPr>
          <p:cNvSpPr>
            <a:spLocks/>
          </p:cNvSpPr>
          <p:nvPr>
            <p:custDataLst>
              <p:tags r:id="rId47"/>
            </p:custDataLst>
          </p:nvPr>
        </p:nvSpPr>
        <p:spPr bwMode="gray">
          <a:xfrm>
            <a:off x="2247900" y="4867275"/>
            <a:ext cx="217488" cy="1524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A511039-A373-47F2-88F9-97421A3860D0}" type="datetime'''''''''''''''4''''''''''''''''''''''''%'">
              <a:rPr lang="en-US" altLang="en-US" sz="10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4%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26" name="Text Placeholder 25">
            <a:extLst>
              <a:ext uri="{FF2B5EF4-FFF2-40B4-BE49-F238E27FC236}">
                <a16:creationId xmlns:a16="http://schemas.microsoft.com/office/drawing/2014/main" id="{5BBF5E60-A64D-ADFD-A242-361E49C2AD77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gray">
          <a:xfrm>
            <a:off x="3082925" y="2924175"/>
            <a:ext cx="217488" cy="152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DD443BD-B811-4B40-B506-43D026CE753F}" type="datetime'''''0''''''''''''''''''''''''''''''''''''''''''''''''''''%'''">
              <a:rPr lang="en-US" altLang="en-US" sz="10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0%</a:t>
            </a:fld>
            <a:endParaRPr lang="en-US" sz="1000" dirty="0"/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9CBB1719-3B35-8CDA-B8AB-7290A4ABA65D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6550025" y="1500188"/>
            <a:ext cx="179388" cy="13335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D95B1A65-A7CA-A6FB-FE4B-484F190CDCF2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6550025" y="1703388"/>
            <a:ext cx="179388" cy="13335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C4940093-0565-2A70-93CC-55459A3D710A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6550025" y="1906588"/>
            <a:ext cx="179388" cy="133350"/>
          </a:xfrm>
          <a:prstGeom prst="rect">
            <a:avLst/>
          </a:prstGeom>
          <a:solidFill>
            <a:schemeClr val="accent3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69269B12-AED0-C792-B2AA-92B46E709DFD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8818563" y="1500188"/>
            <a:ext cx="179388" cy="133350"/>
          </a:xfrm>
          <a:prstGeom prst="rect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4075FE95-2283-AF9A-A22A-28496D1B4200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8818563" y="1906588"/>
            <a:ext cx="179388" cy="133350"/>
          </a:xfrm>
          <a:prstGeom prst="rect">
            <a:avLst/>
          </a:prstGeom>
          <a:solidFill>
            <a:schemeClr val="accent6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B3AB4175-AA54-ABEA-472D-1D30EC74B021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10461625" y="1500188"/>
            <a:ext cx="179388" cy="13335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86B73901-EFF8-A19A-D772-B3B024D3EABD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10461625" y="1703388"/>
            <a:ext cx="179388" cy="133350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397821B-4D75-87A2-EC07-AB7C470A89DA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8818563" y="1703388"/>
            <a:ext cx="179388" cy="133350"/>
          </a:xfrm>
          <a:prstGeom prst="rect">
            <a:avLst/>
          </a:prstGeom>
          <a:solidFill>
            <a:schemeClr val="accent5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6" name="Text Placeholder 25">
            <a:extLst>
              <a:ext uri="{FF2B5EF4-FFF2-40B4-BE49-F238E27FC236}">
                <a16:creationId xmlns:a16="http://schemas.microsoft.com/office/drawing/2014/main" id="{539FE445-2185-57E0-1185-D49F268136C3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 bwMode="auto">
          <a:xfrm>
            <a:off x="10691813" y="1495425"/>
            <a:ext cx="12207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709BA01C-1719-4D7D-910B-2780DD0E876A}" type="datetime'''C''''''ast''ings'' a''''''''nd ''f''o''''''r''g''i''n''g''s'">
              <a:rPr lang="en-US" altLang="en-US" sz="1000" smtClean="0"/>
              <a:pPr/>
              <a:t>Castings and forgings</a:t>
            </a:fld>
            <a:endParaRPr lang="en-US" sz="1000" dirty="0"/>
          </a:p>
        </p:txBody>
      </p:sp>
      <p:sp>
        <p:nvSpPr>
          <p:cNvPr id="378" name="Text Placeholder 25">
            <a:extLst>
              <a:ext uri="{FF2B5EF4-FFF2-40B4-BE49-F238E27FC236}">
                <a16:creationId xmlns:a16="http://schemas.microsoft.com/office/drawing/2014/main" id="{1665D2F0-7A7B-FCEA-C7A1-CE8D54ED83E5}"/>
              </a:ext>
            </a:extLst>
          </p:cNvPr>
          <p:cNvSpPr>
            <a:spLocks/>
          </p:cNvSpPr>
          <p:nvPr>
            <p:custDataLst>
              <p:tags r:id="rId58"/>
            </p:custDataLst>
          </p:nvPr>
        </p:nvSpPr>
        <p:spPr bwMode="auto">
          <a:xfrm>
            <a:off x="6780213" y="1495425"/>
            <a:ext cx="11382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6D2107F7-D6AB-4A30-910E-531E9514B4D0}" type="datetime'''''Ele''ctri''c''al'' ''''''a''n''''d'' p''''''owe''''''''r'">
              <a:rPr lang="en-US" altLang="en-US" sz="1000" smtClean="0"/>
              <a:pPr/>
              <a:t>Electrical and power</a:t>
            </a:fld>
            <a:endParaRPr lang="en-US" sz="1000" dirty="0"/>
          </a:p>
        </p:txBody>
      </p:sp>
      <p:sp>
        <p:nvSpPr>
          <p:cNvPr id="379" name="Text Placeholder 25">
            <a:extLst>
              <a:ext uri="{FF2B5EF4-FFF2-40B4-BE49-F238E27FC236}">
                <a16:creationId xmlns:a16="http://schemas.microsoft.com/office/drawing/2014/main" id="{2166BD07-BB9B-147A-0A27-4ADC5E00514E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6780213" y="1698625"/>
            <a:ext cx="14732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6A55BF9F-0AEC-4438-8CA0-4111CC0FA48C}" type="datetime'P''ipi''''ng,'' ''valve''''''''''s, an''d pump''''''''''''''s'">
              <a:rPr lang="en-US" altLang="en-US" sz="1000" smtClean="0"/>
              <a:pPr/>
              <a:t>Piping, valves, and pumps</a:t>
            </a:fld>
            <a:endParaRPr lang="en-US" sz="1000" dirty="0"/>
          </a:p>
        </p:txBody>
      </p:sp>
      <p:sp>
        <p:nvSpPr>
          <p:cNvPr id="380" name="Text Placeholder 25">
            <a:extLst>
              <a:ext uri="{FF2B5EF4-FFF2-40B4-BE49-F238E27FC236}">
                <a16:creationId xmlns:a16="http://schemas.microsoft.com/office/drawing/2014/main" id="{BB98BB20-AB68-5C0D-3161-B78A1ED4CAC4}"/>
              </a:ext>
            </a:extLst>
          </p:cNvPr>
          <p:cNvSpPr>
            <a:spLocks/>
          </p:cNvSpPr>
          <p:nvPr>
            <p:custDataLst>
              <p:tags r:id="rId60"/>
            </p:custDataLst>
          </p:nvPr>
        </p:nvSpPr>
        <p:spPr bwMode="auto">
          <a:xfrm>
            <a:off x="6780213" y="1901825"/>
            <a:ext cx="19367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4DE8340C-AFCD-40FD-B92F-C0B3E9C437DA}" type="datetime'St''r''''''uctural'' fabri''''cat''io''n and'' pre-outfi''''t'">
              <a:rPr lang="en-US" altLang="en-US" sz="1000" smtClean="0"/>
              <a:pPr/>
              <a:t>Structural fabrication and pre-outfit</a:t>
            </a:fld>
            <a:endParaRPr lang="en-US" sz="1000" dirty="0"/>
          </a:p>
        </p:txBody>
      </p:sp>
      <p:sp>
        <p:nvSpPr>
          <p:cNvPr id="394" name="Text Placeholder 25">
            <a:extLst>
              <a:ext uri="{FF2B5EF4-FFF2-40B4-BE49-F238E27FC236}">
                <a16:creationId xmlns:a16="http://schemas.microsoft.com/office/drawing/2014/main" id="{E9BBCC3C-3F64-AFDE-AFBB-33A9470FD688}"/>
              </a:ext>
            </a:extLst>
          </p:cNvPr>
          <p:cNvSpPr>
            <a:spLocks/>
          </p:cNvSpPr>
          <p:nvPr>
            <p:custDataLst>
              <p:tags r:id="rId61"/>
            </p:custDataLst>
          </p:nvPr>
        </p:nvSpPr>
        <p:spPr bwMode="auto">
          <a:xfrm>
            <a:off x="9048750" y="1495425"/>
            <a:ext cx="5762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E8FDD83F-979F-4DC5-BE12-3DEA16C40E5B}" type="datetime'''''''''Ma''''''''''''chi''''''''n''i''''ng'''">
              <a:rPr lang="en-US" altLang="en-US" sz="1000" smtClean="0"/>
              <a:pPr/>
              <a:t>Machining</a:t>
            </a:fld>
            <a:endParaRPr lang="en-US" sz="1000" dirty="0"/>
          </a:p>
        </p:txBody>
      </p:sp>
      <p:sp>
        <p:nvSpPr>
          <p:cNvPr id="395" name="Text Placeholder 25">
            <a:extLst>
              <a:ext uri="{FF2B5EF4-FFF2-40B4-BE49-F238E27FC236}">
                <a16:creationId xmlns:a16="http://schemas.microsoft.com/office/drawing/2014/main" id="{48B31AD6-15D3-6B29-CAA4-995E98ED9F95}"/>
              </a:ext>
            </a:extLst>
          </p:cNvPr>
          <p:cNvSpPr>
            <a:spLocks/>
          </p:cNvSpPr>
          <p:nvPr>
            <p:custDataLst>
              <p:tags r:id="rId62"/>
            </p:custDataLst>
          </p:nvPr>
        </p:nvSpPr>
        <p:spPr bwMode="auto">
          <a:xfrm>
            <a:off x="9048750" y="1901825"/>
            <a:ext cx="13112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CE845A5D-138F-4D93-A5EA-C70591C80FC9}" type="datetime'''''Coati''''''n''g''''''s'' ''an''d ''insul''''''a''tion'''''">
              <a:rPr lang="en-US" altLang="en-US" sz="1000" smtClean="0"/>
              <a:pPr/>
              <a:t>Coatings and insulation</a:t>
            </a:fld>
            <a:endParaRPr lang="en-US" sz="1000" dirty="0"/>
          </a:p>
        </p:txBody>
      </p:sp>
      <p:sp>
        <p:nvSpPr>
          <p:cNvPr id="398" name="Text Placeholder 25">
            <a:extLst>
              <a:ext uri="{FF2B5EF4-FFF2-40B4-BE49-F238E27FC236}">
                <a16:creationId xmlns:a16="http://schemas.microsoft.com/office/drawing/2014/main" id="{9A7019E4-0236-7B82-B22F-7F1632A5AA24}"/>
              </a:ext>
            </a:extLst>
          </p:cNvPr>
          <p:cNvSpPr>
            <a:spLocks/>
          </p:cNvSpPr>
          <p:nvPr>
            <p:custDataLst>
              <p:tags r:id="rId63"/>
            </p:custDataLst>
          </p:nvPr>
        </p:nvSpPr>
        <p:spPr bwMode="auto">
          <a:xfrm>
            <a:off x="10691813" y="1698625"/>
            <a:ext cx="4921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8136753A-2016-41B9-8EE9-FF7DEF1B5AA2}" type="datetime'R''''e''''s''''''i''''''''d''''''''u''a''''''l'">
              <a:rPr lang="en-US" altLang="en-US" sz="1000" smtClean="0"/>
              <a:pPr/>
              <a:t>Residual</a:t>
            </a:fld>
            <a:endParaRPr lang="en-US" sz="1000" dirty="0"/>
          </a:p>
        </p:txBody>
      </p:sp>
      <p:sp>
        <p:nvSpPr>
          <p:cNvPr id="496" name="Text Placeholder 25">
            <a:extLst>
              <a:ext uri="{FF2B5EF4-FFF2-40B4-BE49-F238E27FC236}">
                <a16:creationId xmlns:a16="http://schemas.microsoft.com/office/drawing/2014/main" id="{A2F1DC9A-5500-311B-9BF9-DF2A66E81CC6}"/>
              </a:ext>
            </a:extLst>
          </p:cNvPr>
          <p:cNvSpPr>
            <a:spLocks/>
          </p:cNvSpPr>
          <p:nvPr>
            <p:custDataLst>
              <p:tags r:id="rId64"/>
            </p:custDataLst>
          </p:nvPr>
        </p:nvSpPr>
        <p:spPr bwMode="auto">
          <a:xfrm>
            <a:off x="9048750" y="1698625"/>
            <a:ext cx="12001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20650" indent="-1206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3363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120000"/>
              <a:buFont typeface="Arial" panose="020B0604020202020204" pitchFamily="34" charset="0"/>
              <a:buChar char="-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0838" indent="-11747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3550" indent="-1111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3088" indent="-1095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SzPct val="90000"/>
              <a:buFont typeface="Wingdings" pitchFamily="2" charset="2"/>
              <a:buChar char="§"/>
              <a:tabLst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84E6BDE3-4F75-4DA3-B64D-FC33DC25A8C5}" type="datetime'H''VA''''C'' ''''a''nd'' ''''''''ven''t''i''la''t''''i''on'''">
              <a:rPr lang="en-US" altLang="en-US" sz="1000" smtClean="0"/>
              <a:pPr/>
              <a:t>HVAC and ventilation</a:t>
            </a:fld>
            <a:endParaRPr lang="en-US" sz="1000" dirty="0"/>
          </a:p>
        </p:txBody>
      </p:sp>
      <p:sp>
        <p:nvSpPr>
          <p:cNvPr id="476" name="ProgramChip">
            <a:extLst>
              <a:ext uri="{FF2B5EF4-FFF2-40B4-BE49-F238E27FC236}">
                <a16:creationId xmlns:a16="http://schemas.microsoft.com/office/drawing/2014/main" id="{5C154A7F-6E79-258C-3B00-2A214383081A}"/>
              </a:ext>
            </a:extLst>
          </p:cNvPr>
          <p:cNvSpPr txBox="1"/>
          <p:nvPr/>
        </p:nvSpPr>
        <p:spPr>
          <a:xfrm>
            <a:off x="1812810" y="5701502"/>
            <a:ext cx="1900000" cy="19834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</a:t>
            </a:r>
          </a:p>
        </p:txBody>
      </p:sp>
      <p:sp>
        <p:nvSpPr>
          <p:cNvPr id="477" name="ProgramChip">
            <a:extLst>
              <a:ext uri="{FF2B5EF4-FFF2-40B4-BE49-F238E27FC236}">
                <a16:creationId xmlns:a16="http://schemas.microsoft.com/office/drawing/2014/main" id="{6A2ED7EC-F72A-D813-EB4F-7F72E28C53FB}"/>
              </a:ext>
            </a:extLst>
          </p:cNvPr>
          <p:cNvSpPr txBox="1"/>
          <p:nvPr/>
        </p:nvSpPr>
        <p:spPr>
          <a:xfrm>
            <a:off x="6852444" y="5701502"/>
            <a:ext cx="1900000" cy="19834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-class</a:t>
            </a:r>
            <a:endParaRPr lang="en-US" sz="1200" i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ProgramChip">
            <a:extLst>
              <a:ext uri="{FF2B5EF4-FFF2-40B4-BE49-F238E27FC236}">
                <a16:creationId xmlns:a16="http://schemas.microsoft.com/office/drawing/2014/main" id="{B6CFFC8C-F1F6-6ABD-E280-800F172E2081}"/>
              </a:ext>
            </a:extLst>
          </p:cNvPr>
          <p:cNvSpPr txBox="1"/>
          <p:nvPr/>
        </p:nvSpPr>
        <p:spPr>
          <a:xfrm>
            <a:off x="10136307" y="5701502"/>
            <a:ext cx="1900000" cy="19834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Columbia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-class</a:t>
            </a:r>
            <a:endParaRPr lang="en-US" sz="1200" i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1" name="ExhibitHeader">
            <a:extLst>
              <a:ext uri="{FF2B5EF4-FFF2-40B4-BE49-F238E27FC236}">
                <a16:creationId xmlns:a16="http://schemas.microsoft.com/office/drawing/2014/main" id="{3A2853AD-8592-32CA-5D3F-E5CC6683049F}"/>
              </a:ext>
            </a:extLst>
          </p:cNvPr>
          <p:cNvSpPr txBox="1"/>
          <p:nvPr/>
        </p:nvSpPr>
        <p:spPr>
          <a:xfrm>
            <a:off x="453079" y="1789769"/>
            <a:ext cx="5674671" cy="2057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Basic Construction TAM by Work Type ($B per year, FY22-FY25, FY26 $)</a:t>
            </a:r>
          </a:p>
        </p:txBody>
      </p:sp>
      <p:sp>
        <p:nvSpPr>
          <p:cNvPr id="544" name="Sources">
            <a:extLst>
              <a:ext uri="{FF2B5EF4-FFF2-40B4-BE49-F238E27FC236}">
                <a16:creationId xmlns:a16="http://schemas.microsoft.com/office/drawing/2014/main" id="{440CFD5D-C178-5704-47F6-DCC68B31051D}"/>
              </a:ext>
            </a:extLst>
          </p:cNvPr>
          <p:cNvSpPr txBox="1"/>
          <p:nvPr/>
        </p:nvSpPr>
        <p:spPr>
          <a:xfrm>
            <a:off x="453079" y="6082401"/>
            <a:ext cx="11282362" cy="4009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EOQ); FFATA/FSRS subaward records, yard-prime construction PIIDs, FY22–FY25 action years (work-type shares)</a:t>
            </a:r>
          </a:p>
        </p:txBody>
      </p:sp>
    </p:spTree>
    <p:extLst>
      <p:ext uri="{BB962C8B-B14F-4D97-AF65-F5344CB8AC3E}">
        <p14:creationId xmlns:p14="http://schemas.microsoft.com/office/powerpoint/2010/main" val="474343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EE5BD-C4E7-9182-8A79-D397915E6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think-cell data - do not delete" hidden="1">
            <a:extLst>
              <a:ext uri="{FF2B5EF4-FFF2-40B4-BE49-F238E27FC236}">
                <a16:creationId xmlns:a16="http://schemas.microsoft.com/office/drawing/2014/main" id="{A535695B-DABF-BED0-63DA-C215FA2F407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35665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8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35695B-DABF-BED0-63DA-C215FA2F40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3E9069BD-BE24-C251-24B9-EEBA763722A4}"/>
              </a:ext>
            </a:extLst>
          </p:cNvPr>
          <p:cNvSpPr/>
          <p:nvPr/>
        </p:nvSpPr>
        <p:spPr>
          <a:xfrm>
            <a:off x="7955280" y="1203152"/>
            <a:ext cx="944880" cy="16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>
                <a:solidFill>
                  <a:srgbClr val="000000"/>
                </a:solidFill>
                <a:latin typeface="+mj-lt"/>
                <a:ea typeface="Calibri" pitchFamily="34" charset="-122"/>
                <a:cs typeface="Calibri" pitchFamily="34" charset="-120"/>
              </a:rPr>
              <a:t>Budget outlook:	</a:t>
            </a:r>
            <a:endParaRPr lang="en-US" sz="800" i="1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1363E5C-DBBE-9100-7A24-B1C7337D7E7B}"/>
              </a:ext>
            </a:extLst>
          </p:cNvPr>
          <p:cNvSpPr/>
          <p:nvPr/>
        </p:nvSpPr>
        <p:spPr>
          <a:xfrm>
            <a:off x="8927592" y="1203152"/>
            <a:ext cx="539496" cy="164880"/>
          </a:xfrm>
          <a:prstGeom prst="rect">
            <a:avLst/>
          </a:prstGeom>
          <a:solidFill>
            <a:srgbClr val="1B8A57"/>
          </a:solidFill>
          <a:ln/>
        </p:spPr>
        <p:txBody>
          <a:bodyPr/>
          <a:lstStyle/>
          <a:p>
            <a:endParaRPr lang="en-US" sz="800">
              <a:latin typeface="+mj-lt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9768C31-B464-7B35-FEA5-FD377A138711}"/>
              </a:ext>
            </a:extLst>
          </p:cNvPr>
          <p:cNvSpPr/>
          <p:nvPr/>
        </p:nvSpPr>
        <p:spPr>
          <a:xfrm>
            <a:off x="8927592" y="1203152"/>
            <a:ext cx="539496" cy="16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≤6</a:t>
            </a:r>
            <a:endParaRPr lang="en-US" sz="800">
              <a:latin typeface="+mj-lt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5106E57A-8738-BE03-3002-5BECEADFDDE6}"/>
              </a:ext>
            </a:extLst>
          </p:cNvPr>
          <p:cNvSpPr/>
          <p:nvPr/>
        </p:nvSpPr>
        <p:spPr>
          <a:xfrm>
            <a:off x="10854027" y="1203152"/>
            <a:ext cx="914400" cy="164880"/>
          </a:xfrm>
          <a:prstGeom prst="rect">
            <a:avLst/>
          </a:prstGeom>
          <a:solidFill>
            <a:srgbClr val="1B8A57"/>
          </a:solidFill>
          <a:ln/>
        </p:spPr>
        <p:txBody>
          <a:bodyPr anchor="ctr"/>
          <a:lstStyle/>
          <a:p>
            <a:pPr algn="ctr"/>
            <a:r>
              <a:rPr lang="en-US" sz="800" b="1">
                <a:solidFill>
                  <a:schemeClr val="bg1"/>
                </a:solidFill>
                <a:latin typeface="+mj-lt"/>
              </a:rPr>
              <a:t>Favorable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436938A-0A98-942B-4504-AE219BFD732D}"/>
              </a:ext>
            </a:extLst>
          </p:cNvPr>
          <p:cNvSpPr/>
          <p:nvPr/>
        </p:nvSpPr>
        <p:spPr>
          <a:xfrm>
            <a:off x="8927592" y="1203152"/>
            <a:ext cx="539496" cy="16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≤6</a:t>
            </a:r>
            <a:endParaRPr lang="en-US" sz="800">
              <a:latin typeface="+mj-lt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1E834BE-80D4-E247-4361-17757527898D}"/>
              </a:ext>
            </a:extLst>
          </p:cNvPr>
          <p:cNvSpPr/>
          <p:nvPr/>
        </p:nvSpPr>
        <p:spPr>
          <a:xfrm>
            <a:off x="10061448" y="1203152"/>
            <a:ext cx="539496" cy="16488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 sz="800">
              <a:latin typeface="+mj-lt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2505E2F-62C7-DD12-5619-3024BB3EB5FD}"/>
              </a:ext>
            </a:extLst>
          </p:cNvPr>
          <p:cNvSpPr/>
          <p:nvPr/>
        </p:nvSpPr>
        <p:spPr>
          <a:xfrm>
            <a:off x="9890809" y="1203152"/>
            <a:ext cx="914400" cy="16488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Unknown</a:t>
            </a:r>
            <a:endParaRPr lang="en-US" sz="800">
              <a:latin typeface="+mj-lt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55276054-ED1E-56BF-A3B0-DE3FD49016EC}"/>
              </a:ext>
            </a:extLst>
          </p:cNvPr>
          <p:cNvSpPr/>
          <p:nvPr/>
        </p:nvSpPr>
        <p:spPr>
          <a:xfrm>
            <a:off x="8927592" y="1203152"/>
            <a:ext cx="914400" cy="164880"/>
          </a:xfrm>
          <a:prstGeom prst="rect">
            <a:avLst/>
          </a:prstGeom>
          <a:solidFill>
            <a:srgbClr val="A33124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Unfavorable</a:t>
            </a:r>
            <a:endParaRPr lang="en-US" sz="800">
              <a:latin typeface="+mj-lt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45BF847-0322-1B48-0273-401FD5F3B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141988"/>
              </p:ext>
            </p:extLst>
          </p:nvPr>
        </p:nvGraphicFramePr>
        <p:xfrm>
          <a:off x="452818" y="1496364"/>
          <a:ext cx="11315609" cy="36862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6044">
                  <a:extLst>
                    <a:ext uri="{9D8B030D-6E8A-4147-A177-3AD203B41FA5}">
                      <a16:colId xmlns:a16="http://schemas.microsoft.com/office/drawing/2014/main" val="3145537431"/>
                    </a:ext>
                  </a:extLst>
                </a:gridCol>
                <a:gridCol w="1155037">
                  <a:extLst>
                    <a:ext uri="{9D8B030D-6E8A-4147-A177-3AD203B41FA5}">
                      <a16:colId xmlns:a16="http://schemas.microsoft.com/office/drawing/2014/main" val="3178564019"/>
                    </a:ext>
                  </a:extLst>
                </a:gridCol>
                <a:gridCol w="1310325">
                  <a:extLst>
                    <a:ext uri="{9D8B030D-6E8A-4147-A177-3AD203B41FA5}">
                      <a16:colId xmlns:a16="http://schemas.microsoft.com/office/drawing/2014/main" val="1176948923"/>
                    </a:ext>
                  </a:extLst>
                </a:gridCol>
                <a:gridCol w="2173146">
                  <a:extLst>
                    <a:ext uri="{9D8B030D-6E8A-4147-A177-3AD203B41FA5}">
                      <a16:colId xmlns:a16="http://schemas.microsoft.com/office/drawing/2014/main" val="309047883"/>
                    </a:ext>
                  </a:extLst>
                </a:gridCol>
                <a:gridCol w="1877019">
                  <a:extLst>
                    <a:ext uri="{9D8B030D-6E8A-4147-A177-3AD203B41FA5}">
                      <a16:colId xmlns:a16="http://schemas.microsoft.com/office/drawing/2014/main" val="2081229951"/>
                    </a:ext>
                  </a:extLst>
                </a:gridCol>
                <a:gridCol w="1877019">
                  <a:extLst>
                    <a:ext uri="{9D8B030D-6E8A-4147-A177-3AD203B41FA5}">
                      <a16:colId xmlns:a16="http://schemas.microsoft.com/office/drawing/2014/main" val="989134800"/>
                    </a:ext>
                  </a:extLst>
                </a:gridCol>
                <a:gridCol w="1877019">
                  <a:extLst>
                    <a:ext uri="{9D8B030D-6E8A-4147-A177-3AD203B41FA5}">
                      <a16:colId xmlns:a16="http://schemas.microsoft.com/office/drawing/2014/main" val="68003166"/>
                    </a:ext>
                  </a:extLst>
                </a:gridCol>
              </a:tblGrid>
              <a:tr h="26514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Platform</a:t>
                      </a:r>
                    </a:p>
                  </a:txBody>
                  <a:tcP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Contract</a:t>
                      </a:r>
                    </a:p>
                  </a:txBody>
                  <a:tcP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Amount</a:t>
                      </a:r>
                    </a:p>
                  </a:txBody>
                  <a:tcP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Details</a:t>
                      </a:r>
                    </a:p>
                  </a:txBody>
                  <a:tcP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sz="1200" b="1" u="none">
                          <a:solidFill>
                            <a:srgbClr val="000000"/>
                          </a:solidFill>
                          <a:latin typeface="+mj-lt"/>
                          <a:ea typeface="Inter" panose="02000503000000020004" pitchFamily="2" charset="0"/>
                        </a:rPr>
                        <a:t>Recompete Date</a:t>
                      </a:r>
                      <a:endParaRPr lang="en-US" sz="1200" b="0" u="none">
                        <a:solidFill>
                          <a:srgbClr val="000000"/>
                        </a:solidFill>
                        <a:latin typeface="+mj-lt"/>
                        <a:ea typeface="Inter" panose="02000503000000020004" pitchFamily="2" charset="0"/>
                      </a:endParaRPr>
                    </a:p>
                  </a:txBody>
                  <a:tcPr marL="45720" marR="4572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1" u="none">
                          <a:solidFill>
                            <a:srgbClr val="000000"/>
                          </a:solidFill>
                          <a:latin typeface="+mj-lt"/>
                        </a:rPr>
                        <a:t>Current Player</a:t>
                      </a:r>
                      <a:endParaRPr lang="en-US" sz="1200" b="0" i="1" u="non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en-US" sz="1200" b="1" u="none">
                          <a:solidFill>
                            <a:srgbClr val="000000"/>
                          </a:solidFill>
                          <a:latin typeface="+mj-lt"/>
                        </a:rPr>
                        <a:t>Budget Alignment</a:t>
                      </a:r>
                      <a:endParaRPr lang="en-US" sz="1200" b="0" u="non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8258748"/>
                  </a:ext>
                </a:extLst>
              </a:tr>
              <a:tr h="426496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Platform 1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Contract 1</a:t>
                      </a:r>
                    </a:p>
                  </a:txBody>
                  <a:tcPr marL="45720" marR="45720"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$###M</a:t>
                      </a:r>
                    </a:p>
                  </a:txBody>
                  <a:tcPr marL="45720" marR="45720"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…</a:t>
                      </a:r>
                    </a:p>
                  </a:txBody>
                  <a:tcPr marL="45720" marR="45720"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 ## / ## / 202#</a:t>
                      </a:r>
                    </a:p>
                  </a:txBody>
                  <a:tcPr marL="45720" marR="4572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latin typeface="+mj-lt"/>
                        </a:rPr>
                        <a:t>Player A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8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783485"/>
                  </a:ext>
                </a:extLst>
              </a:tr>
              <a:tr h="42649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Inter" panose="02000503000000020004" pitchFamily="2" charset="0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Contract 2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$###M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…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 ## / ## / 202#</a:t>
                      </a:r>
                    </a:p>
                  </a:txBody>
                  <a:tcPr marL="45720" marR="4572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latin typeface="+mj-lt"/>
                        </a:rPr>
                        <a:t>Player B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100605"/>
                  </a:ext>
                </a:extLst>
              </a:tr>
              <a:tr h="42649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Inter" panose="02000503000000020004" pitchFamily="2" charset="0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Contract 3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$###M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…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 ## / ## / 202#</a:t>
                      </a:r>
                    </a:p>
                  </a:txBody>
                  <a:tcPr marL="45720" marR="4572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latin typeface="+mj-lt"/>
                        </a:rPr>
                        <a:t>Player C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31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063284"/>
                  </a:ext>
                </a:extLst>
              </a:tr>
              <a:tr h="42649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Inter" panose="02000503000000020004" pitchFamily="2" charset="0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Contract 4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$###M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…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 ## / ## / 202#</a:t>
                      </a:r>
                    </a:p>
                  </a:txBody>
                  <a:tcPr marL="45720" marR="4572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latin typeface="+mj-lt"/>
                        </a:rPr>
                        <a:t>Player D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31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940572"/>
                  </a:ext>
                </a:extLst>
              </a:tr>
              <a:tr h="426496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Platform 2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Contract 1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$###M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…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 ## / ## / 202#</a:t>
                      </a:r>
                    </a:p>
                  </a:txBody>
                  <a:tcPr marL="45720" marR="4572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latin typeface="+mj-lt"/>
                        </a:rPr>
                        <a:t>Player E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8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475890"/>
                  </a:ext>
                </a:extLst>
              </a:tr>
              <a:tr h="42649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Inter" panose="02000503000000020004" pitchFamily="2" charset="0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Contract 2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$###M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…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 ## / ## / 202#</a:t>
                      </a:r>
                    </a:p>
                  </a:txBody>
                  <a:tcPr marL="45720" marR="4572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latin typeface="+mj-lt"/>
                        </a:rPr>
                        <a:t>Player F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8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381611"/>
                  </a:ext>
                </a:extLst>
              </a:tr>
              <a:tr h="42649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Inter" panose="02000503000000020004" pitchFamily="2" charset="0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Contract 3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$###M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…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 ## / ## / 202#</a:t>
                      </a:r>
                    </a:p>
                  </a:txBody>
                  <a:tcPr marL="45720" marR="4572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latin typeface="+mj-lt"/>
                        </a:rPr>
                        <a:t>Player G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617451"/>
                  </a:ext>
                </a:extLst>
              </a:tr>
              <a:tr h="42649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Inter" panose="02000503000000020004" pitchFamily="2" charset="0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Contract 4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$###M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…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 ## / ## / 202#</a:t>
                      </a:r>
                    </a:p>
                  </a:txBody>
                  <a:tcPr marL="45720" marR="4572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latin typeface="+mj-lt"/>
                        </a:rPr>
                        <a:t>Player H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295791"/>
                  </a:ext>
                </a:extLst>
              </a:tr>
            </a:tbl>
          </a:graphicData>
        </a:graphic>
      </p:graphicFrame>
      <p:sp>
        <p:nvSpPr>
          <p:cNvPr id="2" name="Breadcrumb">
            <a:extLst>
              <a:ext uri="{FF2B5EF4-FFF2-40B4-BE49-F238E27FC236}">
                <a16:creationId xmlns:a16="http://schemas.microsoft.com/office/drawing/2014/main" id="{0C294BFD-4B1D-EDF4-CE21-C833B687CA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4" name="PrelimChip">
            <a:extLst>
              <a:ext uri="{FF2B5EF4-FFF2-40B4-BE49-F238E27FC236}">
                <a16:creationId xmlns:a16="http://schemas.microsoft.com/office/drawing/2014/main" id="{CB9AE3BA-342D-80C3-95A6-CAF16DDEAD6D}"/>
              </a:ext>
            </a:extLst>
          </p:cNvPr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lIns="45720" tIns="9144" rIns="45720" bIns="9144" anchor="ctr"/>
          <a:lstStyle/>
          <a:p>
            <a:pPr algn="ctr"/>
            <a:r>
              <a:rPr lang="en-US" sz="1200" b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1814B9D-44AF-EDEE-791C-8143A14F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80" y="554500"/>
            <a:ext cx="11282362" cy="640080"/>
          </a:xfrm>
        </p:spPr>
        <p:txBody>
          <a:bodyPr vert="horz" rIns="0"/>
          <a:lstStyle/>
          <a:p>
            <a:r>
              <a:rPr lang="en-US">
                <a:solidFill>
                  <a:srgbClr val="162029"/>
                </a:solidFill>
                <a:ea typeface="Arial"/>
                <a:cs typeface="Arial"/>
              </a:rPr>
              <a:t>Contracts Outlook | …</a:t>
            </a:r>
            <a:endParaRPr lang="en-US" sz="2000" kern="1200">
              <a:solidFill>
                <a:srgbClr val="16202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ources">
            <a:extLst>
              <a:ext uri="{FF2B5EF4-FFF2-40B4-BE49-F238E27FC236}">
                <a16:creationId xmlns:a16="http://schemas.microsoft.com/office/drawing/2014/main" id="{382C21D4-0566-35BF-52F0-A0578C1539C5}"/>
              </a:ext>
            </a:extLst>
          </p:cNvPr>
          <p:cNvSpPr txBox="1"/>
          <p:nvPr/>
        </p:nvSpPr>
        <p:spPr>
          <a:xfrm>
            <a:off x="453079" y="6085448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US" sz="800" kern="120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EOQ); FFATA/FSRS subaward records, yard-prime construction PIIDs, FY22–FY25 action years (work-type shares)</a:t>
            </a:r>
          </a:p>
        </p:txBody>
      </p:sp>
      <p:sp>
        <p:nvSpPr>
          <p:cNvPr id="22" name="PrelimChip">
            <a:extLst>
              <a:ext uri="{FF2B5EF4-FFF2-40B4-BE49-F238E27FC236}">
                <a16:creationId xmlns:a16="http://schemas.microsoft.com/office/drawing/2014/main" id="{E8EED90A-C4AB-01B9-72DE-C97D5FB82FD9}"/>
              </a:ext>
            </a:extLst>
          </p:cNvPr>
          <p:cNvSpPr txBox="1"/>
          <p:nvPr/>
        </p:nvSpPr>
        <p:spPr>
          <a:xfrm>
            <a:off x="176981" y="1111045"/>
            <a:ext cx="11808542" cy="5279923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0000"/>
            </a:solidFill>
          </a:ln>
        </p:spPr>
        <p:txBody>
          <a:bodyPr wrap="square" lIns="45720" tIns="9144" rIns="45720" bIns="9144" anchor="ctr"/>
          <a:lstStyle/>
          <a:p>
            <a:pPr algn="ctr"/>
            <a:r>
              <a:rPr lang="en-US" sz="1600" b="1" i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Placeholder – Table</a:t>
            </a:r>
          </a:p>
          <a:p>
            <a:pPr algn="ctr"/>
            <a:r>
              <a:rPr lang="en-US" sz="16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Rows: Specific Contracts</a:t>
            </a:r>
            <a:br>
              <a:rPr lang="en-US" sz="16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lang="en-US" sz="16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Columns: Contract, amount, recompete date, current awardee, budget alignment</a:t>
            </a:r>
            <a:br>
              <a:rPr lang="en-US" sz="16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lang="en-US" sz="16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Organized by platform</a:t>
            </a:r>
            <a:endParaRPr lang="en-US" sz="1600" b="1" i="1">
              <a:solidFill>
                <a:srgbClr val="000000"/>
              </a:solidFill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66841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68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HueniM.u9KfVikNpTV7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0aNl2TmXNLG4uWf6dopM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SxHMWUZm9llDMUuL2N.q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JZf90OiPByU5WJeMOnM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wlRPBOdjP5PxMCGSblT8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S2Qhtgb9nDgiZf26lA6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ipPkWQAbpQYj9CsLNx_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2L2gdYzBUrWi8b73Qxar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f5Y0wxrvEUO4rjlxqKa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TxDeyPMNkOEIBv6ptK_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DnkVNCjNmYyrGZRr.Yu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in.Z5WjJjAT_RxvJVav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.igccfLj4LObuhBa5ClT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H2hwIKSt2rfx33tDJiW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5r8FaWyFvI7sdZWxSPc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vHRAQHejsjSfUct5VQwJ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1FGgzdY.tWLsnONv2onh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7WBG7DdeAp11YnL5d1hE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rl.3KVrgABmPhfb_k45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zD0mbbmV.vH7eI1ji2V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HowfdOPTUr.VgguCVGY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atS5ChQw.ufLMqJCkN5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f3CU4H.Ieb3TSeCzQb0_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XDKSunb5cYySvaMWyzc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N0hgy8FwJLiS8c95YLd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Bok86jaNKtXIxd.V8VL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J5v0_d1MwF.9k_fuKm1x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.ptAr.eeh_uFFiZEdJ31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FzoLltUdEEODkI5oV1e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3MfW3u8tWt1seccJaejP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qSF3mkFdSJ1sm8edlgZb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HMrJZFunOe3vNLtRc7Xb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kJO_fMCLOJqk0cdN3Ma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i8UipGHRsM5XARPeTSz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wgGPky8wPSHPKbLo_PZ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zsXzT_cs7EJTyyle9Fb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ktujRrwO.X5q1qhtTR0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n3zBnVZjyDjOLsaYHEu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VkZyO9l7le7BZLv7lcp6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wprZKg_oUihpkWOQSw.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ddTw1I849gPeo6qlwuee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_GQ.14oe9BgmjRpaEaEg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7hUgAJ8ya9Zfoy_QF3LJ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IY0EQGYvQY2OEV7ugbE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xbXvx8X_ycJmozUnD__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xyz59u.RgiPFeFJFG7aX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Xinry5cXN.R4FdGmtwN3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xeOc2vQ6Ps9lPXGQVfAH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lBw7VkAdhpsfZouL2jgs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Gpo21c8zXrqUaj0V_F9b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9UjUBheiHumD.3.8W6uc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EfRxsVjCmtCHKApfSfek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80YlgjJqJ0J8MU29.xCd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n4dNwU9b8SXLMaM11lb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NbAWx8M.DvKhj4ByIAL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srMu7pEArI5BQyd518Ba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sGIzQd8FzwquBp0l6krQ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G2xschSZBY4nnh9GfrY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3LwKoj9OQ5TwBQN0OD32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QKq8wG89NeFP7q6ND14L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2.gfCcKNLTqvwqk2QPJL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5rd4M2YbOuxnKwXO2PZv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f8SPsaQuO6fd44pdcym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NmpznXENghenHnVoc0kw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aJhOJXgFuwkYWvdUMeq8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ZRqacwfzTudOrjrWJJ1q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o_9D1SmDmUq5c2utOfw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20c1JsCP01axvN.BKNfk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WM2htsD4Hg3u8KSMwfU7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dHg5_R6kVSL2Lfky3Qmb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JUBZlyvdaxC9CGtBx7IS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M9iT.zos2jPYY3O6OvQL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74hp91asthw_4Ur0cDs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kMuoY6vrypTR8rSOLHU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5AQNn3OSJqijJX6mGSP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fBaQ84OdiVU9DB0DoGc6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zjMLFYfxYLBB0YPYAM.p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q21ck4Sed1SvSMJVZlTG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WZGkNyPahWzslBX5L1w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n3iRriyjLSOS4HgouaB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5IjGAV1IyMSRbXXxz5Bj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MTRwogBdVV2L5Eg2plGP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O8qYhghTJo5jj1xCrm4e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yMIkQ3Nh5Go105Hbqssd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pSoEDvsrlkAUBLRvSPjO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7TeeREYDV.jJyUnMEyWq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TYjSum1g_iVcHM69WT1l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3IL4u29TEwBrbCSv8NK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vWg2YS.uAS8H283aOPh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8WWM8CVbrrGbEoOW03m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4DxRrsp_9r7rv6oKvA3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b2EMQpqSTKruD2QIx_f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anKHWnRDeuXZGbeQ7wp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mdakn1lnB_7KX3eLRkD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mAGrMinAbvHRMd2.3TrQ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7.l6g0InEKF2iQwTGAYC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18L915v.TfTE_uQUhqoB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sUYq6klmMvhFS0VA_jLW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9ed1iR2a.vNhJEZV0Q0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3UXyR2UZHzGloFkc.hxQ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a163ENf9LOG3aZSjKPi8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Vx7om.gh8cL6GoII2OB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foLsOZa4fVBuABTxMy9k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1MsuiIb5MWIdHO.cEla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jStK3T.s.03yRQkcvf.6w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wYo.JNjLoGDhOY7ozQU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fqWEhPKuqE3WK4UtAgaU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NY38_dqwpKnMAVy.vKio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Yi9pVqQ3Tln7lrFTTGo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aP_LAy0EuPGdy5.i5kui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P69XK1PQDw3jcB2VPLWo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qup9EiiMNsNbxfZyAEB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8mAxGBsZnvJmuVQG7Dd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2PeQDnTwp.CVjVCs0iO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u_MhDssCf3VbF43TFjS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3QnqCPnVkjptf6Rl1fSa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fXGMJ3gXdW4.OaSjRDg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6EH1ozw8RCEJPsej.SP9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VwUYS4qJyW_9euobphxz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h3TTBdQEPS08WlH3n3hF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9_78YVzIJQ5MurO722J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eWB.5Eg6E1pN3ePJaDs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bwLTjC8E9iwgFpjj5vA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63Ay0MclPTSPyIojZ29n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brBW.1YJNqeRXNVcbVRR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ncme1Z5Ddz2do3q0kPe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GBrmiiOA3xtv6QnCBlAO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P6_ee_S.LvkA2tQcz7hLw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XzEZJ5wFufkAhnNI_1tk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_jxJNnUfk0z7ZaMfNk1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sIMiDhq9BbpPhzi3O0YQ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VMI6nhP22k8Iy8J5DUZ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gFnP2DdZE13yzSlJUAs.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oDRh7hK0eat9VVVTDMfg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NijH4o0j7p6PNcQaDwG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10Q5GyRBxEgrR7aXLrQW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Qks_El95CWGm1OcUMyC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ycQ4HLjaE7PDlCa7n9Pc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6EcbrqfForjnJOf38O_8Q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7g.jVdzTV6mKHAAFV0T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lMmNpNIxmB6NSaDA9BEQ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dUJUBNAKk3q.PMPP.MPb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38sI3wX_v4c5VfUKtENF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FW5k2LUmj2ewfgm0U49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4D9bYcJ3Sf66v8uE6d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jieWV3vQ29PrMSdgjtNQ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xwAhss6vLHEY9DC.oq2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osjhiCyI67pBIE6Zr9uh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Z_PdAGIwLY67KzLimN1f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ghskRt_S8F0tmvr0jvO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dkNP5R.JVZMp9IbH.dVw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RGbkFy.9A9cAy13eZnL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a8ElxQfz_nqVwpnTG.9v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08VYUQUiwp5hqesIYwNgQ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ixsQ1gPWLglfWfCV6Q1w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kJVWFjWeJb0r1Es3gr4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ibYdDby.9Xb9T7rzJey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h5Si0hls9ORhZTQTCOUaw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8IhRC4dC.bjIcGhWMXamw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9Xx0fULLIHWf_gES5j8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osAW_bLPaYLt2UTIebvr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KK4dOzXhB7uxxWDcWuD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HiXVIcF7IvVmD7S0A_7f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6w7ygYw6kye8oS7fcvC7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t6yYmubm9ZJDTy37tOpi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hEssFbkkxnkuEve4WOHg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mu2K3oo_rHetvY8HLIF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Z.4dPb5GqN.9ozma6UN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yi6S2AQXnq7doXQOzpU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SNwQe1qg1wO2CRflKZ9A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_4Gi9ShY6EXMVNlbDHfeg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y0EBcpgRBZ.VizlWoipc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4hEbuJnXlMlKBd9XsNu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49V.i_RzgtwX8Inw9hiF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6_Q29iBShsxTEZFQJfotw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qjNck490Pu6wpbZSByhvQ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bdTlXKOzSTjY5PXBkr.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Yn._Sn2ImiexYp10VUKJQ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kS_CktfwY6zXLF9xupZdQ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xhwV_Gg26p3xikPdc8s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3pTK_yMshPfUi3nDwmjh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2.DP1JFP.vsAurQyvknA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Wq2_96WXI6zSQsPE8Fsw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Sbg7J__Yl.57joil7aeGg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InSQuqmhg4rnxkSXP_10Q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3Em6vbTBoHT3ZPQpeffA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1jIgpxvGeGIYzj3U9vYg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ldlUTbOkzNVh.OypBtDBA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vysWkthuOykz2VvK5PC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4cMpTyZga6BDiPUQ5_y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hXQ9MRyt7dIFIA1z9MOT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rQ.H3HGmKAY.JBcFzMZ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PuF812UV7DImfWEzKqN1g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HLwzK.0stPv1.74tMhPA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PNvdcef8CYKzDgF_p2Mg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MD1t7hvK07iXacYoSooQ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7nJ4P.efVrur2CJFGnHQ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.mtZLC51uKUAppYISOuQ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Pq23EQrdfzqDe196aIvw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YRbyND4Epe8G9emVAL0A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JFzKhMcsodk_BKpdpDfbw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gPTefdp72TBGdf6CDWW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tsIRUO_S5wtNyM3FWhd7g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AAtiyuYHvIFx7nYD0A4jA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pmCCBAuzcz44zn.evvT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IsaVaQh6PxcXpH3I4rSbA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1lnoCtCPKE805DHoSnddg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GE2Y6GCQhXmB96dFcDUTg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NiLNwmgB35M24v2p7CPdg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dBKBNB8DsugyoU_CrGBvg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bmPUv61GUqNnb.hHgPUA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ty8cHM31bZ5HKlZyiQ1hw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mm_XCrPUUn4Kv5YwuvvQ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qAdibhYiVfd4bMBgKFrh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URKEwyxPCFy9XkW17xGA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u88afT_8FxFYMXGIigT8Q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83gv2iW846X68x71P.5Fg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4S1B50RoBOO6s7kdSgwfQ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TCOWEAsPSvM3OpUuNe3g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oX6WHJRV4kGyhZ.rcu.w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_zRDqeM.QrSxFJH30UO1Q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owiFoT5Lb4IVBacFWCI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VDCmy.64qdtfiYlYeDh4A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20eezCcHw4sBFC2RpPr2g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AlflCgTRzD.LYNTlZzemg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BvorAhCfV_9Mw56Z7R8zA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q1pnWyiO_T_EQgRU41gkw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41.xgcI4rPYDHSA_ee.sw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.iWFc8Z86a5oxlJkTYnRA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DPmQad7GkNzddiZhJNRA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fDtsqeXXo5RRWbfU52vg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zUiu0CkOuad4URkxUUVg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2ZUSCyoFQpBujNEbF1cA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.jhIc6HATsTorg_psdAA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1c.QaIrJtEVKhDGqv.kA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HHBIzl60Nqby7Xx2kGzyw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orBWoDe.R7ahNQJe6pGlg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ThlsCPAfpCKWsWV33xZCg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w_UXj2Q7tMAPKR7E2Ua1w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kj13aK07dYQETrALt0AKw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3UVlgy2E4F90i09V4mgGw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OO0UyLnxwrL4N6jHhFrFQ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CoSn25wRNyBdwi3ZyasBA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44m6jg4AuVxy7FbQ.YhAg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KAgwsUCR6TBuQPN0BRjg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nSiZUMN2zOb8CWytgxs4Q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mB5mJ_TyHa1wIcSYnZjw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Sfh3VOzVoKYB70FVsv8A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sf1MlP_ruSjN9HXlzebw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qVkpSl9YPvpsnTbaQZ5Iw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yclgjh0JoTWNWPEtK7fQ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6g8ZcApPAl_IOVFwzOYQ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v6lX1U7CeVyiB.ZJmd7VA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6NhR91lyq0fhbQG1PmrQ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MMlxnpCJa3WjO.7QlCdg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TxOGhDZyxXTNPqFgB1e4g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I6dTEEqzKqJGh.k7x0Pw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8Km._bnHCmuIjPhgGqyg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CyNu25SMhSJfcNEeOeLA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12A65EA5EFA94DB74F80F7068E2723" ma:contentTypeVersion="18" ma:contentTypeDescription="Create a new document." ma:contentTypeScope="" ma:versionID="d0cca3f3a851382155a58196b12e5530">
  <xsd:schema xmlns:xsd="http://www.w3.org/2001/XMLSchema" xmlns:xs="http://www.w3.org/2001/XMLSchema" xmlns:p="http://schemas.microsoft.com/office/2006/metadata/properties" xmlns:ns1="http://schemas.microsoft.com/sharepoint/v3" xmlns:ns2="89c194a5-0ed5-4017-aaa8-de001421115b" xmlns:ns3="9399e6e4-1ff2-45c5-8493-0d2ea33fdbb6" targetNamespace="http://schemas.microsoft.com/office/2006/metadata/properties" ma:root="true" ma:fieldsID="b76a2098899f005dd96263691768f731" ns1:_="" ns2:_="" ns3:_="">
    <xsd:import namespace="http://schemas.microsoft.com/sharepoint/v3"/>
    <xsd:import namespace="89c194a5-0ed5-4017-aaa8-de001421115b"/>
    <xsd:import namespace="9399e6e4-1ff2-45c5-8493-0d2ea33fdb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Location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c194a5-0ed5-4017-aaa8-de00142111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27f08bc-cf87-4783-9b23-d12d08d4d7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99e6e4-1ff2-45c5-8493-0d2ea33fdbb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a7f974a-3ce2-4f77-8f11-351c708d3e3d}" ma:internalName="TaxCatchAll" ma:showField="CatchAllData" ma:web="9399e6e4-1ff2-45c5-8493-0d2ea33fdb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99e6e4-1ff2-45c5-8493-0d2ea33fdbb6" xsi:nil="true"/>
    <_ip_UnifiedCompliancePolicyUIAction xmlns="http://schemas.microsoft.com/sharepoint/v3" xsi:nil="true"/>
    <_ip_UnifiedCompliancePolicyProperties xmlns="http://schemas.microsoft.com/sharepoint/v3" xsi:nil="true"/>
    <lcf76f155ced4ddcb4097134ff3c332f xmlns="89c194a5-0ed5-4017-aaa8-de00142111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938A930-A119-4207-983F-71256B3FF7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6B96D5-D9D0-4724-B8C1-29DAFAAC6207}">
  <ds:schemaRefs>
    <ds:schemaRef ds:uri="89c194a5-0ed5-4017-aaa8-de001421115b"/>
    <ds:schemaRef ds:uri="9399e6e4-1ff2-45c5-8493-0d2ea33fdb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96B00AB-6948-476C-B823-B4F49E6D9840}">
  <ds:schemaRefs>
    <ds:schemaRef ds:uri="http://schemas.microsoft.com/office/2006/metadata/properties"/>
    <ds:schemaRef ds:uri="http://www.w3.org/XML/1998/namespace"/>
    <ds:schemaRef ds:uri="http://purl.org/dc/elements/1.1/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9399e6e4-1ff2-45c5-8493-0d2ea33fdbb6"/>
    <ds:schemaRef ds:uri="89c194a5-0ed5-4017-aaa8-de001421115b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1844</Words>
  <Application>Microsoft Macintosh PowerPoint</Application>
  <PresentationFormat>Widescreen</PresentationFormat>
  <Paragraphs>439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Wingdings</vt:lpstr>
      <vt:lpstr>Saronic Theme</vt:lpstr>
      <vt:lpstr>think-cell Slide</vt:lpstr>
      <vt:lpstr>Outsourced Basic Construction | Across FY22–FY27, total ship spend narrows to an annualized ~$1.1B of outsourced work for DDG-51 and ~$3.0B for submarines.</vt:lpstr>
      <vt:lpstr>Outsourced Spend by Work Type | Electrical power leads the ~$18.1B submarine pool; machining leads the ~$6.4B DDG-51 pool.</vt:lpstr>
      <vt:lpstr>Outsourced Basic Construction (Annual TAM) | After averaging ~$3.3B pre-OBBBA, demand peaks at ~$6.2B in FY26 and is expected to remain elevated at ~$5.1-5.8B per year through FY31.</vt:lpstr>
      <vt:lpstr>Penetration Rate Outlook | …</vt:lpstr>
      <vt:lpstr>Outsourced Basic Construction Spend by Work Type | Machining anchors a third or more of DDG-51 demand every year, while the submarine lead rotates among structural, electrical, and piping work with award timing.</vt:lpstr>
      <vt:lpstr>Contracts Outlook | 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Shipbuilding Consolidated - Outsourced Construction TAM &amp; SAM</dc:title>
  <dc:creator>deck_consolidated build_deck.py</dc:creator>
  <cp:lastModifiedBy>Brendan Toole</cp:lastModifiedBy>
  <cp:revision>2</cp:revision>
  <dcterms:created xsi:type="dcterms:W3CDTF">2026-06-08T13:43:36Z</dcterms:created>
  <dcterms:modified xsi:type="dcterms:W3CDTF">2026-06-10T23:51:31Z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0x0101008312A65EA5EFA94DB74F80F7068E2723</vt:lpwstr>
  </property>
  <property fmtid="{D5CDD505-2E9C-101B-9397-08002B2CF9AE}" pid="3" name="MediaServiceImageTags">
    <vt:lpwstr/>
  </property>
</Properties>
</file>