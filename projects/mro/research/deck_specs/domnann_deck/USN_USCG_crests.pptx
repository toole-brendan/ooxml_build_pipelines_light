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107" d="100"/>
          <a:sy n="107" d="100"/>
        </p:scale>
        <p:origin x="1280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5BD4F-D5FA-D9F2-203E-7F39850A2E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80D003-FF43-D471-C475-C41128847B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42EBB9-ECBF-72ED-4581-0DF498D090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8F0E9-6252-F04C-9E3E-83893120F7E3}" type="datetimeFigureOut">
              <a:rPr lang="en-US" smtClean="0"/>
              <a:t>4/19/26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1DFF1F-346D-1272-A446-5D88D43B1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8E6AA7-8002-9173-9FC2-F671C5EFA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0C535-E8DB-8549-8AAC-84A68234FF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8981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30F1C-199F-5DF8-670B-683AD8C06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EC9BF3-50A5-4D69-BE51-960A865826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8E4074-6CE9-C32A-D909-32B1E12EB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8F0E9-6252-F04C-9E3E-83893120F7E3}" type="datetimeFigureOut">
              <a:rPr lang="en-US" smtClean="0"/>
              <a:t>4/19/26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BCD061-5ABF-01CB-0111-2299549DB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EE5B99-47C3-A1D2-7535-619D34432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0C535-E8DB-8549-8AAC-84A68234FF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6467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78707-BC2A-285B-5BED-894C554CA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CE88AB-E91F-B1E2-A613-3F78566FC4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D879E6-F314-F1CE-C653-EAFC4C3DA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8F0E9-6252-F04C-9E3E-83893120F7E3}" type="datetimeFigureOut">
              <a:rPr lang="en-US" smtClean="0"/>
              <a:t>4/19/26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80644C-DEB4-D7F0-5E58-00932AF31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9630F9-0286-AF01-5C94-980923FCF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0C535-E8DB-8549-8AAC-84A68234FF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1894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4E95F-66D4-582A-571F-2BC004046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E2A18A-F2F9-5B96-8CDA-B8580227FF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24E1B9-51D0-8603-43B6-7F367372C2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30ED94-4A88-B9EE-0F57-4B025D32D2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8F0E9-6252-F04C-9E3E-83893120F7E3}" type="datetimeFigureOut">
              <a:rPr lang="en-US" smtClean="0"/>
              <a:t>4/19/26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F01959-03E0-C3E8-DA08-296606074E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C4A09F-B49B-FBF5-FF6A-6D8C56A0E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0C535-E8DB-8549-8AAC-84A68234FF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3716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8A425-0175-BAB2-7E11-476916611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AFB3B8-04FF-DA6D-5201-8F7AAFB504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5E0AB1-E381-0A3F-D97B-5180205E27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3D3055-DD27-E621-4107-2AE4D294B9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408331-82EF-4396-4394-5179F8E4D4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141383-D13E-FBED-37E7-B9BA18C71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8F0E9-6252-F04C-9E3E-83893120F7E3}" type="datetimeFigureOut">
              <a:rPr lang="en-US" smtClean="0"/>
              <a:t>4/19/26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D374387-7279-27CA-FCF5-FE417E106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33A5AA-4824-B93F-DD99-24935F994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0C535-E8DB-8549-8AAC-84A68234FF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2310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BB434-2D7F-2D9F-9630-3043A6F6D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0FFCFA-0C99-02B2-EA52-F34CD7770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8F0E9-6252-F04C-9E3E-83893120F7E3}" type="datetimeFigureOut">
              <a:rPr lang="en-US" smtClean="0"/>
              <a:t>4/19/26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B9006A-A37C-C592-47F4-233CDEC13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A0380C-658D-0DEB-F28C-FD0F77932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0C535-E8DB-8549-8AAC-84A68234FF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7190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4E8611-273E-3669-272B-5200995C5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8F0E9-6252-F04C-9E3E-83893120F7E3}" type="datetimeFigureOut">
              <a:rPr lang="en-US" smtClean="0"/>
              <a:t>4/19/26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03835E-922D-A43E-703D-7555198D1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D7981A-5A47-5249-8140-56FB933E2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0C535-E8DB-8549-8AAC-84A68234FF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6361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075BF-EDC6-6C6C-7EB9-E716D2EB5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A9EDEC-9D22-7111-52BF-C7EBD6CD7D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B77706-3389-252C-A7FA-25F0C571C2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0B8A7F-D2C3-AE49-CDC4-6026099D9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8F0E9-6252-F04C-9E3E-83893120F7E3}" type="datetimeFigureOut">
              <a:rPr lang="en-US" smtClean="0"/>
              <a:t>4/19/26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D69AD1-367F-3E53-04B9-63374DC74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9225FF-8190-9398-086D-89282B4EE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0C535-E8DB-8549-8AAC-84A68234FF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0180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BE485-1E99-BFFC-DA8D-28E9BDA93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D21C4A-31C2-A69E-F158-50D800A301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F81DDB-CB9B-333F-D149-942235D9AB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90E94C-5338-EDAA-C2B1-7A6E4848C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8F0E9-6252-F04C-9E3E-83893120F7E3}" type="datetimeFigureOut">
              <a:rPr lang="en-US" smtClean="0"/>
              <a:t>4/19/26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8BA680-B5F4-7D54-A7A7-5987AED0F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B57FF6-342F-935D-B2DF-0ED4CCBC1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0C535-E8DB-8549-8AAC-84A68234FF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0206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F1F39-86E6-885B-31BB-E7AF56BE6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926B03-3F21-E5EC-C9E5-1B0C364769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EE7419-23CC-7DBC-F124-A7C217F1E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8F0E9-6252-F04C-9E3E-83893120F7E3}" type="datetimeFigureOut">
              <a:rPr lang="en-US" smtClean="0"/>
              <a:t>4/19/26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88DD98-A549-163B-AB7E-A4C867E1A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B294D0-241E-4C8B-3DFC-8B033BC1E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0C535-E8DB-8549-8AAC-84A68234FF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853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7B9D4CA-2B9F-AD05-0E58-53EB9A876C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C9673E-03B5-4CB3-772C-32449399F0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69948D-5234-1FF7-1203-2FEF7E9AE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8F0E9-6252-F04C-9E3E-83893120F7E3}" type="datetimeFigureOut">
              <a:rPr lang="en-US" smtClean="0"/>
              <a:t>4/19/26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74FABD-D0F1-35E0-CBE6-89F14F0D8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37B65E-D531-3CAC-14B6-4822433AF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0C535-E8DB-8549-8AAC-84A68234FF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9753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FCB994-136E-1C5B-F745-AFE8DE0AE0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C04910-6939-8A5A-E4E2-45ED5054B4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9619EF-4D0E-4981-89F1-240666DB77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88F0E9-6252-F04C-9E3E-83893120F7E3}" type="datetimeFigureOut">
              <a:rPr lang="en-US" smtClean="0"/>
              <a:t>4/19/26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346FFD-F2AA-26B4-3FF2-92F00828F1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387ABE-FB54-30F9-7448-BEA4D79578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00C535-E8DB-8549-8AAC-84A68234FF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2815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67D57E83-C403-1E16-A106-4D64807D03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4596" y="1636155"/>
            <a:ext cx="1064821" cy="10648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8A2EAC7C-DEF8-960B-9CE2-BA1480FE4D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3818" y="1642608"/>
            <a:ext cx="1064822" cy="1058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7DF57DA-A9C4-844D-6D62-F8E161BD987D}"/>
              </a:ext>
            </a:extLst>
          </p:cNvPr>
          <p:cNvSpPr txBox="1"/>
          <p:nvPr/>
        </p:nvSpPr>
        <p:spPr>
          <a:xfrm>
            <a:off x="2128403" y="936171"/>
            <a:ext cx="21731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 Navy crest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3ABB03-6C28-3B8F-B400-7F61DC41F60E}"/>
              </a:ext>
            </a:extLst>
          </p:cNvPr>
          <p:cNvSpPr txBox="1"/>
          <p:nvPr/>
        </p:nvSpPr>
        <p:spPr>
          <a:xfrm>
            <a:off x="7890413" y="936171"/>
            <a:ext cx="25717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 Coast Guard crest</a:t>
            </a:r>
          </a:p>
        </p:txBody>
      </p:sp>
    </p:spTree>
    <p:extLst>
      <p:ext uri="{BB962C8B-B14F-4D97-AF65-F5344CB8AC3E}">
        <p14:creationId xmlns:p14="http://schemas.microsoft.com/office/powerpoint/2010/main" val="3158293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</Words>
  <Application>Microsoft Macintosh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Brendan Toole</dc:creator>
  <cp:lastModifiedBy>Brendan Toole</cp:lastModifiedBy>
  <cp:revision>1</cp:revision>
  <dcterms:created xsi:type="dcterms:W3CDTF">2026-04-19T19:04:39Z</dcterms:created>
  <dcterms:modified xsi:type="dcterms:W3CDTF">2026-04-19T19:08:02Z</dcterms:modified>
</cp:coreProperties>
</file>