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8"/>
    <p:sldId id="257" r:id="rId7"/>
    <p:sldId id="258" r:id="rId6"/>
    <p:sldId id="259" r:id="rId5"/>
    <p:sldId id="260" r:id="rId19"/>
    <p:sldId id="261" r:id="rId20"/>
    <p:sldId id="262" r:id="rId21"/>
  </p:sldIdLst>
  <p:sldSz cx="12192000" cy="6858000"/>
  <p:notesSz cx="6934200" cy="92202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C5512A-CC43-0253-9D2F-AD730817539D}" name="Pranav Yanamandala" initials="PY" userId="S::pranav.yanamandala@saronic.com::1c940a2a-df22-4878-8c09-9bb4742b3258" providerId="AD"/>
  <p188:author id="{3326683A-6529-EA57-5C19-9E3ECB42476D}" name="Jeremy Madany" initials="JM" userId="S::jeremy.madany@saronic.com::e47a3640-1848-4951-ab45-6a67235515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B9D8"/>
    <a:srgbClr val="BFBFBF"/>
    <a:srgbClr val="1D4D68"/>
    <a:srgbClr val="447BB2"/>
    <a:srgbClr val="FB6B3C"/>
    <a:srgbClr val="000000"/>
    <a:srgbClr val="007770"/>
    <a:srgbClr val="F2F2F2"/>
    <a:srgbClr val="E2E9EF"/>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8956DA-C020-40DA-B8A3-E41787726F6F}" v="105" dt="2026-04-24T18:17:40.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62" d="100"/>
          <a:sy n="62" d="100"/>
        </p:scale>
        <p:origin x="764" y="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tags" Target="tags/tag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microsoft.com/office/2018/10/relationships/authors" Target="authors.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Toole" userId="ed94c297-fe2d-4f37-abfe-8ce85054f1c1" providerId="ADAL" clId="{F886AFB8-A946-41E7-89F5-2FD2D3FD25FF}"/>
    <pc:docChg chg="undo redo custSel addSld delSld modSld sldOrd modMainMaster delSection modSection">
      <pc:chgData name="Brendan Toole" userId="ed94c297-fe2d-4f37-abfe-8ce85054f1c1" providerId="ADAL" clId="{F886AFB8-A946-41E7-89F5-2FD2D3FD25FF}" dt="2026-04-24T18:18:19.658" v="114464" actId="17853"/>
      <pc:docMkLst>
        <pc:docMk/>
      </pc:docMkLst>
      <pc:sldChg chg="addSp delSp modSp del mod">
        <pc:chgData name="Brendan Toole" userId="ed94c297-fe2d-4f37-abfe-8ce85054f1c1" providerId="ADAL" clId="{F886AFB8-A946-41E7-89F5-2FD2D3FD25FF}" dt="2026-04-24T18:16:54.894" v="114390" actId="478"/>
        <pc:sldMkLst>
          <pc:docMk/>
          <pc:sldMk cId="841639142" sldId="308"/>
        </pc:sldMkLst>
        <pc:spChg chg="del">
          <ac:chgData name="Brendan Toole" userId="ed94c297-fe2d-4f37-abfe-8ce85054f1c1" providerId="ADAL" clId="{F886AFB8-A946-41E7-89F5-2FD2D3FD25FF}" dt="2026-04-24T18:16:52.843" v="114389" actId="478"/>
          <ac:spMkLst>
            <pc:docMk/>
            <pc:sldMk cId="841639142" sldId="308"/>
            <ac:spMk id="2" creationId="{9E647C2D-EA65-3155-21B3-0C825E09C0EF}"/>
          </ac:spMkLst>
        </pc:spChg>
        <pc:spChg chg="del">
          <ac:chgData name="Brendan Toole" userId="ed94c297-fe2d-4f37-abfe-8ce85054f1c1" providerId="ADAL" clId="{F886AFB8-A946-41E7-89F5-2FD2D3FD25FF}" dt="2026-04-24T18:16:46.174" v="114387" actId="478"/>
          <ac:spMkLst>
            <pc:docMk/>
            <pc:sldMk cId="841639142" sldId="308"/>
            <ac:spMk id="3" creationId="{70C0305E-1100-9902-A803-843034F4608E}"/>
          </ac:spMkLst>
        </pc:spChg>
        <pc:spChg chg="add del mod">
          <ac:chgData name="Brendan Toole" userId="ed94c297-fe2d-4f37-abfe-8ce85054f1c1" providerId="ADAL" clId="{F886AFB8-A946-41E7-89F5-2FD2D3FD25FF}" dt="2026-04-24T18:16:48.143" v="114388" actId="478"/>
          <ac:spMkLst>
            <pc:docMk/>
            <pc:sldMk cId="841639142" sldId="308"/>
            <ac:spMk id="6" creationId="{D97809F9-8575-1BEF-31E1-56729BBFEDA5}"/>
          </ac:spMkLst>
        </pc:spChg>
        <pc:spChg chg="add del mod">
          <ac:chgData name="Brendan Toole" userId="ed94c297-fe2d-4f37-abfe-8ce85054f1c1" providerId="ADAL" clId="{F886AFB8-A946-41E7-89F5-2FD2D3FD25FF}" dt="2026-04-24T18:16:54.894" v="114390" actId="478"/>
          <ac:spMkLst>
            <pc:docMk/>
            <pc:sldMk cId="841639142" sldId="308"/>
            <ac:spMk id="8" creationId="{6873B665-8BBA-435F-C2D5-C866E0870C14}"/>
          </ac:spMkLst>
        </pc:spChg>
        <pc:graphicFrameChg chg="mod">
          <ac:chgData name="Brendan Toole" userId="ed94c297-fe2d-4f37-abfe-8ce85054f1c1" providerId="ADAL" clId="{F886AFB8-A946-41E7-89F5-2FD2D3FD25FF}" dt="2026-04-20T02:02:34.259" v="90"/>
          <ac:graphicFrameMkLst>
            <pc:docMk/>
            <pc:sldMk cId="841639142" sldId="308"/>
            <ac:graphicFrameMk id="5" creationId="{F16295C1-6099-8A4C-CD5D-EB95542393A2}"/>
          </ac:graphicFrameMkLst>
        </pc:graphicFrameChg>
      </pc:sldChg>
      <pc:sldChg chg="delSp modSp add del mod">
        <pc:chgData name="Brendan Toole" userId="ed94c297-fe2d-4f37-abfe-8ce85054f1c1" providerId="ADAL" clId="{F886AFB8-A946-41E7-89F5-2FD2D3FD25FF}" dt="2026-04-24T18:16:32.478" v="114386" actId="478"/>
        <pc:sldMkLst>
          <pc:docMk/>
          <pc:sldMk cId="2400144833" sldId="671"/>
        </pc:sldMkLst>
        <pc:spChg chg="del">
          <ac:chgData name="Brendan Toole" userId="ed94c297-fe2d-4f37-abfe-8ce85054f1c1" providerId="ADAL" clId="{F886AFB8-A946-41E7-89F5-2FD2D3FD25FF}" dt="2026-04-24T18:16:32.478" v="114386" actId="478"/>
          <ac:spMkLst>
            <pc:docMk/>
            <pc:sldMk cId="2400144833" sldId="671"/>
            <ac:spMk id="3" creationId="{DBC28A11-1D66-32A7-0009-3CE62F474C03}"/>
          </ac:spMkLst>
        </pc:spChg>
        <pc:graphicFrameChg chg="del mod modGraphic">
          <ac:chgData name="Brendan Toole" userId="ed94c297-fe2d-4f37-abfe-8ce85054f1c1" providerId="ADAL" clId="{F886AFB8-A946-41E7-89F5-2FD2D3FD25FF}" dt="2026-04-24T18:16:23.776" v="114384" actId="478"/>
          <ac:graphicFrameMkLst>
            <pc:docMk/>
            <pc:sldMk cId="2400144833" sldId="671"/>
            <ac:graphicFrameMk id="2" creationId="{46D2E766-6CBB-A0C7-2A80-0D84C2C1AA0F}"/>
          </ac:graphicFrameMkLst>
        </pc:graphicFrameChg>
        <pc:graphicFrameChg chg="mod">
          <ac:chgData name="Brendan Toole" userId="ed94c297-fe2d-4f37-abfe-8ce85054f1c1" providerId="ADAL" clId="{F886AFB8-A946-41E7-89F5-2FD2D3FD25FF}" dt="2026-04-21T14:39:12.062" v="103659"/>
          <ac:graphicFrameMkLst>
            <pc:docMk/>
            <pc:sldMk cId="2400144833" sldId="671"/>
            <ac:graphicFrameMk id="9" creationId="{4B9B98FB-A2A3-106F-FF80-7BDD283331CB}"/>
          </ac:graphicFrameMkLst>
        </pc:graphicFrameChg>
        <pc:graphicFrameChg chg="del mod modGraphic">
          <ac:chgData name="Brendan Toole" userId="ed94c297-fe2d-4f37-abfe-8ce85054f1c1" providerId="ADAL" clId="{F886AFB8-A946-41E7-89F5-2FD2D3FD25FF}" dt="2026-04-24T18:16:29.046" v="114385" actId="478"/>
          <ac:graphicFrameMkLst>
            <pc:docMk/>
            <pc:sldMk cId="2400144833" sldId="671"/>
            <ac:graphicFrameMk id="10" creationId="{F64CA924-FE56-1EB7-7532-AFDF01EC8A67}"/>
          </ac:graphicFrameMkLst>
        </pc:graphicFrameChg>
      </pc:sldChg>
      <pc:sldChg chg="addSp delSp modSp add del mod ord modTransition">
        <pc:chgData name="Brendan Toole" userId="ed94c297-fe2d-4f37-abfe-8ce85054f1c1" providerId="ADAL" clId="{F886AFB8-A946-41E7-89F5-2FD2D3FD25FF}" dt="2026-04-24T18:16:17.929" v="114381"/>
        <pc:sldMkLst>
          <pc:docMk/>
          <pc:sldMk cId="4246026367" sldId="2147473702"/>
        </pc:sldMkLst>
        <pc:spChg chg="mod ord">
          <ac:chgData name="Brendan Toole" userId="ed94c297-fe2d-4f37-abfe-8ce85054f1c1" providerId="ADAL" clId="{F886AFB8-A946-41E7-89F5-2FD2D3FD25FF}" dt="2026-04-24T18:16:17.873" v="114315" actId="299"/>
          <ac:spMkLst>
            <pc:docMk/>
            <pc:sldMk cId="4246026367" sldId="2147473702"/>
            <ac:spMk id="2" creationId="{D258A8FB-7E45-9C04-0058-6CDA3FC2F734}"/>
          </ac:spMkLst>
        </pc:spChg>
        <pc:spChg chg="add del mod ord">
          <ac:chgData name="Brendan Toole" userId="ed94c297-fe2d-4f37-abfe-8ce85054f1c1" providerId="ADAL" clId="{F886AFB8-A946-41E7-89F5-2FD2D3FD25FF}" dt="2026-04-24T18:16:17.713" v="114242"/>
          <ac:spMkLst>
            <pc:docMk/>
            <pc:sldMk cId="4246026367" sldId="2147473702"/>
            <ac:spMk id="9" creationId="{C8BBACC2-D236-2143-AAC3-1B10B0A08ED4}"/>
          </ac:spMkLst>
        </pc:spChg>
        <pc:spChg chg="add del mod ord">
          <ac:chgData name="Brendan Toole" userId="ed94c297-fe2d-4f37-abfe-8ce85054f1c1" providerId="ADAL" clId="{F886AFB8-A946-41E7-89F5-2FD2D3FD25FF}" dt="2026-04-24T18:16:17.712" v="114240"/>
          <ac:spMkLst>
            <pc:docMk/>
            <pc:sldMk cId="4246026367" sldId="2147473702"/>
            <ac:spMk id="20" creationId="{D3B23CF2-E088-51E4-D0FD-73DD8B0A40AB}"/>
          </ac:spMkLst>
        </pc:spChg>
        <pc:spChg chg="add del mod ord">
          <ac:chgData name="Brendan Toole" userId="ed94c297-fe2d-4f37-abfe-8ce85054f1c1" providerId="ADAL" clId="{F886AFB8-A946-41E7-89F5-2FD2D3FD25FF}" dt="2026-04-24T18:16:17.710" v="114238"/>
          <ac:spMkLst>
            <pc:docMk/>
            <pc:sldMk cId="4246026367" sldId="2147473702"/>
            <ac:spMk id="24" creationId="{E0DCF663-18AF-5B02-5EDA-D9D8BFAB96D2}"/>
          </ac:spMkLst>
        </pc:spChg>
        <pc:spChg chg="del mod">
          <ac:chgData name="Brendan Toole" userId="ed94c297-fe2d-4f37-abfe-8ce85054f1c1" providerId="ADAL" clId="{F886AFB8-A946-41E7-89F5-2FD2D3FD25FF}" dt="2026-04-24T18:16:17.713" v="114243"/>
          <ac:spMkLst>
            <pc:docMk/>
            <pc:sldMk cId="4246026367" sldId="2147473702"/>
            <ac:spMk id="39" creationId="{F017294E-4B01-BB84-A5F2-B35CBBE74F71}"/>
          </ac:spMkLst>
        </pc:spChg>
        <pc:graphicFrameChg chg="mod">
          <ac:chgData name="Brendan Toole" userId="ed94c297-fe2d-4f37-abfe-8ce85054f1c1" providerId="ADAL" clId="{F886AFB8-A946-41E7-89F5-2FD2D3FD25FF}" dt="2026-04-24T18:16:17.929" v="114381"/>
          <ac:graphicFrameMkLst>
            <pc:docMk/>
            <pc:sldMk cId="4246026367" sldId="2147473702"/>
            <ac:graphicFrameMk id="10" creationId="{F004AE38-8766-C065-0924-D010B241B45E}"/>
          </ac:graphicFrameMkLst>
        </pc:graphicFrameChg>
      </pc:sldChg>
      <pc:sldChg chg="delSp add del mod">
        <pc:chgData name="Brendan Toole" userId="ed94c297-fe2d-4f37-abfe-8ce85054f1c1" providerId="ADAL" clId="{F886AFB8-A946-41E7-89F5-2FD2D3FD25FF}" dt="2026-04-24T18:17:34.129" v="114436" actId="47"/>
        <pc:sldMkLst>
          <pc:docMk/>
          <pc:sldMk cId="713423714" sldId="2147473755"/>
        </pc:sldMkLst>
      </pc:sldChg>
      <pc:sldChg chg="addSp delSp modSp new del mod">
        <pc:chgData name="Brendan Toole" userId="ed94c297-fe2d-4f37-abfe-8ce85054f1c1" providerId="ADAL" clId="{F886AFB8-A946-41E7-89F5-2FD2D3FD25FF}" dt="2026-04-24T18:17:39.759" v="114444" actId="47"/>
        <pc:sldMkLst>
          <pc:docMk/>
          <pc:sldMk cId="3225851907" sldId="2147473847"/>
        </pc:sldMkLst>
        <pc:graphicFrameChg chg="add mod ord modVis">
          <ac:chgData name="Brendan Toole" userId="ed94c297-fe2d-4f37-abfe-8ce85054f1c1" providerId="ADAL" clId="{F886AFB8-A946-41E7-89F5-2FD2D3FD25FF}" dt="2026-04-21T03:26:28.059" v="103419"/>
          <ac:graphicFrameMkLst>
            <pc:docMk/>
            <pc:sldMk cId="3225851907" sldId="2147473847"/>
            <ac:graphicFrameMk id="6" creationId="{C0007436-1CA9-A0DA-FD58-9B796C586A9E}"/>
          </ac:graphicFrameMkLst>
        </pc:graphicFrameChg>
      </pc:sldChg>
      <pc:sldChg chg="addSp delSp modSp new del mod ord">
        <pc:chgData name="Brendan Toole" userId="ed94c297-fe2d-4f37-abfe-8ce85054f1c1" providerId="ADAL" clId="{F886AFB8-A946-41E7-89F5-2FD2D3FD25FF}" dt="2026-04-24T18:17:36.864" v="114439" actId="47"/>
        <pc:sldMkLst>
          <pc:docMk/>
          <pc:sldMk cId="2334001623" sldId="2147473848"/>
        </pc:sldMkLst>
        <pc:spChg chg="add mod">
          <ac:chgData name="Brendan Toole" userId="ed94c297-fe2d-4f37-abfe-8ce85054f1c1" providerId="ADAL" clId="{F886AFB8-A946-41E7-89F5-2FD2D3FD25FF}" dt="2026-04-20T19:56:03.572" v="34283"/>
          <ac:spMkLst>
            <pc:docMk/>
            <pc:sldMk cId="2334001623" sldId="2147473848"/>
            <ac:spMk id="2" creationId="{AA4ACFDC-DE5F-B4DE-FACC-6775D756E59F}"/>
          </ac:spMkLst>
        </pc:spChg>
        <pc:spChg chg="add mod">
          <ac:chgData name="Brendan Toole" userId="ed94c297-fe2d-4f37-abfe-8ce85054f1c1" providerId="ADAL" clId="{F886AFB8-A946-41E7-89F5-2FD2D3FD25FF}" dt="2026-04-20T19:56:03.577" v="34302"/>
          <ac:spMkLst>
            <pc:docMk/>
            <pc:sldMk cId="2334001623" sldId="2147473848"/>
            <ac:spMk id="8" creationId="{AA4ACFDC-DE5F-B4DE-FACC-6775D756E59F}"/>
          </ac:spMkLst>
        </pc:spChg>
        <pc:spChg chg="add mod">
          <ac:chgData name="Brendan Toole" userId="ed94c297-fe2d-4f37-abfe-8ce85054f1c1" providerId="ADAL" clId="{F886AFB8-A946-41E7-89F5-2FD2D3FD25FF}" dt="2026-04-20T19:56:03.577" v="34301"/>
          <ac:spMkLst>
            <pc:docMk/>
            <pc:sldMk cId="2334001623" sldId="2147473848"/>
            <ac:spMk id="13" creationId="{AA4ACFDC-DE5F-B4DE-FACC-6775D756E59F}"/>
          </ac:spMkLst>
        </pc:spChg>
        <pc:spChg chg="add mod">
          <ac:chgData name="Brendan Toole" userId="ed94c297-fe2d-4f37-abfe-8ce85054f1c1" providerId="ADAL" clId="{F886AFB8-A946-41E7-89F5-2FD2D3FD25FF}" dt="2026-04-20T19:56:03.577" v="34300"/>
          <ac:spMkLst>
            <pc:docMk/>
            <pc:sldMk cId="2334001623" sldId="2147473848"/>
            <ac:spMk id="14" creationId="{AA4ACFDC-DE5F-B4DE-FACC-6775D756E59F}"/>
          </ac:spMkLst>
        </pc:spChg>
        <pc:spChg chg="add mod ord">
          <ac:chgData name="Brendan Toole" userId="ed94c297-fe2d-4f37-abfe-8ce85054f1c1" providerId="ADAL" clId="{F886AFB8-A946-41E7-89F5-2FD2D3FD25FF}" dt="2026-04-20T19:56:03.572" v="34284"/>
          <ac:spMkLst>
            <pc:docMk/>
            <pc:sldMk cId="2334001623" sldId="2147473848"/>
            <ac:spMk id="15" creationId="{AA4ACFDC-DE5F-B4DE-FACC-6775D756E59F}"/>
          </ac:spMkLst>
        </pc:spChg>
        <pc:spChg chg="add mod">
          <ac:chgData name="Brendan Toole" userId="ed94c297-fe2d-4f37-abfe-8ce85054f1c1" providerId="ADAL" clId="{F886AFB8-A946-41E7-89F5-2FD2D3FD25FF}" dt="2026-04-20T19:56:03.576" v="34299"/>
          <ac:spMkLst>
            <pc:docMk/>
            <pc:sldMk cId="2334001623" sldId="2147473848"/>
            <ac:spMk id="19" creationId="{3C2E37F9-F211-06B9-4DAE-D5EE13F824BB}"/>
          </ac:spMkLst>
        </pc:spChg>
        <pc:spChg chg="add mod">
          <ac:chgData name="Brendan Toole" userId="ed94c297-fe2d-4f37-abfe-8ce85054f1c1" providerId="ADAL" clId="{F886AFB8-A946-41E7-89F5-2FD2D3FD25FF}" dt="2026-04-20T19:56:03.576" v="34298"/>
          <ac:spMkLst>
            <pc:docMk/>
            <pc:sldMk cId="2334001623" sldId="2147473848"/>
            <ac:spMk id="20" creationId="{48202038-C566-F461-70E4-8D579FC00D8E}"/>
          </ac:spMkLst>
        </pc:spChg>
        <pc:spChg chg="add mod">
          <ac:chgData name="Brendan Toole" userId="ed94c297-fe2d-4f37-abfe-8ce85054f1c1" providerId="ADAL" clId="{F886AFB8-A946-41E7-89F5-2FD2D3FD25FF}" dt="2026-04-20T19:56:03.576" v="34297"/>
          <ac:spMkLst>
            <pc:docMk/>
            <pc:sldMk cId="2334001623" sldId="2147473848"/>
            <ac:spMk id="21" creationId="{163DBFDD-459F-D447-2A40-B1A2E95F8E65}"/>
          </ac:spMkLst>
        </pc:spChg>
        <pc:spChg chg="add mod">
          <ac:chgData name="Brendan Toole" userId="ed94c297-fe2d-4f37-abfe-8ce85054f1c1" providerId="ADAL" clId="{F886AFB8-A946-41E7-89F5-2FD2D3FD25FF}" dt="2026-04-20T19:56:03.576" v="34296"/>
          <ac:spMkLst>
            <pc:docMk/>
            <pc:sldMk cId="2334001623" sldId="2147473848"/>
            <ac:spMk id="22" creationId="{4C731E5D-A107-3089-0B32-BAB2457C1408}"/>
          </ac:spMkLst>
        </pc:spChg>
        <pc:spChg chg="add mod">
          <ac:chgData name="Brendan Toole" userId="ed94c297-fe2d-4f37-abfe-8ce85054f1c1" providerId="ADAL" clId="{F886AFB8-A946-41E7-89F5-2FD2D3FD25FF}" dt="2026-04-20T19:56:03.578" v="34305"/>
          <ac:spMkLst>
            <pc:docMk/>
            <pc:sldMk cId="2334001623" sldId="2147473848"/>
            <ac:spMk id="59" creationId="{AA4ACFDC-DE5F-B4DE-FACC-6775D756E59F}"/>
          </ac:spMkLst>
        </pc:spChg>
        <pc:spChg chg="add mod">
          <ac:chgData name="Brendan Toole" userId="ed94c297-fe2d-4f37-abfe-8ce85054f1c1" providerId="ADAL" clId="{F886AFB8-A946-41E7-89F5-2FD2D3FD25FF}" dt="2026-04-20T19:56:03.579" v="34315"/>
          <ac:spMkLst>
            <pc:docMk/>
            <pc:sldMk cId="2334001623" sldId="2147473848"/>
            <ac:spMk id="62" creationId="{AA4ACFDC-DE5F-B4DE-FACC-6775D756E59F}"/>
          </ac:spMkLst>
        </pc:spChg>
        <pc:spChg chg="add mod">
          <ac:chgData name="Brendan Toole" userId="ed94c297-fe2d-4f37-abfe-8ce85054f1c1" providerId="ADAL" clId="{F886AFB8-A946-41E7-89F5-2FD2D3FD25FF}" dt="2026-04-20T19:56:03.579" v="34314"/>
          <ac:spMkLst>
            <pc:docMk/>
            <pc:sldMk cId="2334001623" sldId="2147473848"/>
            <ac:spMk id="63" creationId="{AA4ACFDC-DE5F-B4DE-FACC-6775D756E59F}"/>
          </ac:spMkLst>
        </pc:spChg>
        <pc:spChg chg="add mod">
          <ac:chgData name="Brendan Toole" userId="ed94c297-fe2d-4f37-abfe-8ce85054f1c1" providerId="ADAL" clId="{F886AFB8-A946-41E7-89F5-2FD2D3FD25FF}" dt="2026-04-20T19:56:03.579" v="34313"/>
          <ac:spMkLst>
            <pc:docMk/>
            <pc:sldMk cId="2334001623" sldId="2147473848"/>
            <ac:spMk id="64" creationId="{AA4ACFDC-DE5F-B4DE-FACC-6775D756E59F}"/>
          </ac:spMkLst>
        </pc:spChg>
        <pc:spChg chg="add mod">
          <ac:chgData name="Brendan Toole" userId="ed94c297-fe2d-4f37-abfe-8ce85054f1c1" providerId="ADAL" clId="{F886AFB8-A946-41E7-89F5-2FD2D3FD25FF}" dt="2026-04-20T19:56:03.578" v="34306"/>
          <ac:spMkLst>
            <pc:docMk/>
            <pc:sldMk cId="2334001623" sldId="2147473848"/>
            <ac:spMk id="65" creationId="{AA4ACFDC-DE5F-B4DE-FACC-6775D756E59F}"/>
          </ac:spMkLst>
        </pc:spChg>
        <pc:spChg chg="add mod ord">
          <ac:chgData name="Brendan Toole" userId="ed94c297-fe2d-4f37-abfe-8ce85054f1c1" providerId="ADAL" clId="{F886AFB8-A946-41E7-89F5-2FD2D3FD25FF}" dt="2026-04-20T19:58:27.250" v="34343" actId="12788"/>
          <ac:spMkLst>
            <pc:docMk/>
            <pc:sldMk cId="2334001623" sldId="2147473848"/>
            <ac:spMk id="138" creationId="{5D95E02A-84D2-C945-2D3F-92CFAE4545BC}"/>
          </ac:spMkLst>
        </pc:spChg>
        <pc:spChg chg="add mod ord">
          <ac:chgData name="Brendan Toole" userId="ed94c297-fe2d-4f37-abfe-8ce85054f1c1" providerId="ADAL" clId="{F886AFB8-A946-41E7-89F5-2FD2D3FD25FF}" dt="2026-04-20T19:58:43.263" v="34345" actId="554"/>
          <ac:spMkLst>
            <pc:docMk/>
            <pc:sldMk cId="2334001623" sldId="2147473848"/>
            <ac:spMk id="143" creationId="{E9580D1E-02EA-E541-78F1-AD6667FFE1F3}"/>
          </ac:spMkLst>
        </pc:spChg>
        <pc:spChg chg="add mod ord">
          <ac:chgData name="Brendan Toole" userId="ed94c297-fe2d-4f37-abfe-8ce85054f1c1" providerId="ADAL" clId="{F886AFB8-A946-41E7-89F5-2FD2D3FD25FF}" dt="2026-04-20T19:59:05.919" v="34397" actId="1038"/>
          <ac:spMkLst>
            <pc:docMk/>
            <pc:sldMk cId="2334001623" sldId="2147473848"/>
            <ac:spMk id="144" creationId="{ABBB061D-2BF2-32DD-BE81-209C0663D85F}"/>
          </ac:spMkLst>
        </pc:spChg>
        <pc:graphicFrameChg chg="add mod ord modVis">
          <ac:chgData name="Brendan Toole" userId="ed94c297-fe2d-4f37-abfe-8ce85054f1c1" providerId="ADAL" clId="{F886AFB8-A946-41E7-89F5-2FD2D3FD25FF}" dt="2026-04-21T14:39:12.088" v="103665"/>
          <ac:graphicFrameMkLst>
            <pc:docMk/>
            <pc:sldMk cId="2334001623" sldId="2147473848"/>
            <ac:graphicFrameMk id="6" creationId="{B0ADDB5F-2635-2B1C-C68F-B9B9B6686965}"/>
          </ac:graphicFrameMkLst>
        </pc:graphicFrameChg>
        <pc:graphicFrameChg chg="add mod ord">
          <ac:chgData name="Brendan Toole" userId="ed94c297-fe2d-4f37-abfe-8ce85054f1c1" providerId="ADAL" clId="{F886AFB8-A946-41E7-89F5-2FD2D3FD25FF}" dt="2026-04-20T19:56:03.577" v="34304"/>
          <ac:graphicFrameMkLst>
            <pc:docMk/>
            <pc:sldMk cId="2334001623" sldId="2147473848"/>
            <ac:graphicFrameMk id="153" creationId="{4240E7F6-EA7B-065B-E1C5-4425D14E648E}"/>
          </ac:graphicFrameMkLst>
        </pc:graphicFrameChg>
        <pc:graphicFrameChg chg="add mod ord">
          <ac:chgData name="Brendan Toole" userId="ed94c297-fe2d-4f37-abfe-8ce85054f1c1" providerId="ADAL" clId="{F886AFB8-A946-41E7-89F5-2FD2D3FD25FF}" dt="2026-04-20T19:56:03.572" v="34282"/>
          <ac:graphicFrameMkLst>
            <pc:docMk/>
            <pc:sldMk cId="2334001623" sldId="2147473848"/>
            <ac:graphicFrameMk id="155" creationId="{39D16754-83B2-C7EB-F1ED-5E40B2FCFBCD}"/>
          </ac:graphicFrameMkLst>
        </pc:graphicFrameChg>
        <pc:cxnChg chg="add mod ord">
          <ac:chgData name="Brendan Toole" userId="ed94c297-fe2d-4f37-abfe-8ce85054f1c1" providerId="ADAL" clId="{F886AFB8-A946-41E7-89F5-2FD2D3FD25FF}" dt="2026-04-21T00:36:43.397" v="101836" actId="1035"/>
          <ac:cxnSpMkLst>
            <pc:docMk/>
            <pc:sldMk cId="2334001623" sldId="2147473848"/>
            <ac:cxnSpMk id="133" creationId="{F04FC3DA-CDC5-4C64-9226-064E3D0BE054}"/>
          </ac:cxnSpMkLst>
        </pc:cxnChg>
      </pc:sldChg>
      <pc:sldChg chg="addSp delSp modSp new del mod ord">
        <pc:chgData name="Brendan Toole" userId="ed94c297-fe2d-4f37-abfe-8ce85054f1c1" providerId="ADAL" clId="{F886AFB8-A946-41E7-89F5-2FD2D3FD25FF}" dt="2026-04-24T18:17:33.089" v="114435" actId="47"/>
        <pc:sldMkLst>
          <pc:docMk/>
          <pc:sldMk cId="694847664" sldId="2147473849"/>
        </pc:sldMkLst>
        <pc:graphicFrameChg chg="add mod ord modVis">
          <ac:chgData name="Brendan Toole" userId="ed94c297-fe2d-4f37-abfe-8ce85054f1c1" providerId="ADAL" clId="{F886AFB8-A946-41E7-89F5-2FD2D3FD25FF}" dt="2026-04-21T00:35:18.681" v="101831"/>
          <ac:graphicFrameMkLst>
            <pc:docMk/>
            <pc:sldMk cId="694847664" sldId="2147473849"/>
            <ac:graphicFrameMk id="6" creationId="{B3D20256-46A4-5577-1956-A1EE95F3E71D}"/>
          </ac:graphicFrameMkLst>
        </pc:graphicFrameChg>
      </pc:sldChg>
      <pc:sldChg chg="addSp delSp modSp new del mod">
        <pc:chgData name="Brendan Toole" userId="ed94c297-fe2d-4f37-abfe-8ce85054f1c1" providerId="ADAL" clId="{F886AFB8-A946-41E7-89F5-2FD2D3FD25FF}" dt="2026-04-24T18:17:37.722" v="114441" actId="47"/>
        <pc:sldMkLst>
          <pc:docMk/>
          <pc:sldMk cId="4171393155" sldId="2147473851"/>
        </pc:sldMkLst>
      </pc:sldChg>
      <pc:sldChg chg="addSp delSp modSp new del mod">
        <pc:chgData name="Brendan Toole" userId="ed94c297-fe2d-4f37-abfe-8ce85054f1c1" providerId="ADAL" clId="{F886AFB8-A946-41E7-89F5-2FD2D3FD25FF}" dt="2026-04-24T18:17:40.406" v="114456" actId="47"/>
        <pc:sldMkLst>
          <pc:docMk/>
          <pc:sldMk cId="3666785092" sldId="2147473852"/>
        </pc:sldMkLst>
        <pc:graphicFrameChg chg="add mod ord modVis">
          <ac:chgData name="Brendan Toole" userId="ed94c297-fe2d-4f37-abfe-8ce85054f1c1" providerId="ADAL" clId="{F886AFB8-A946-41E7-89F5-2FD2D3FD25FF}" dt="2026-04-20T02:37:45.555" v="2756"/>
          <ac:graphicFrameMkLst>
            <pc:docMk/>
            <pc:sldMk cId="3666785092" sldId="2147473852"/>
            <ac:graphicFrameMk id="6" creationId="{2FB04E0C-C585-D503-6400-1C6B8895163C}"/>
          </ac:graphicFrameMkLst>
        </pc:graphicFrameChg>
      </pc:sldChg>
      <pc:sldChg chg="addSp delSp modSp new del mod">
        <pc:chgData name="Brendan Toole" userId="ed94c297-fe2d-4f37-abfe-8ce85054f1c1" providerId="ADAL" clId="{F886AFB8-A946-41E7-89F5-2FD2D3FD25FF}" dt="2026-04-24T18:17:45.306" v="114461" actId="47"/>
        <pc:sldMkLst>
          <pc:docMk/>
          <pc:sldMk cId="1789612523" sldId="2147473853"/>
        </pc:sldMkLst>
        <pc:graphicFrameChg chg="add mod ord modVis">
          <ac:chgData name="Brendan Toole" userId="ed94c297-fe2d-4f37-abfe-8ce85054f1c1" providerId="ADAL" clId="{F886AFB8-A946-41E7-89F5-2FD2D3FD25FF}" dt="2026-04-20T02:39:56.390" v="2844"/>
          <ac:graphicFrameMkLst>
            <pc:docMk/>
            <pc:sldMk cId="1789612523" sldId="2147473853"/>
            <ac:graphicFrameMk id="6" creationId="{93AE9F15-CE20-58CA-2EBD-953A2408675F}"/>
          </ac:graphicFrameMkLst>
        </pc:graphicFrameChg>
      </pc:sldChg>
      <pc:sldChg chg="addSp delSp modSp new del mod">
        <pc:chgData name="Brendan Toole" userId="ed94c297-fe2d-4f37-abfe-8ce85054f1c1" providerId="ADAL" clId="{F886AFB8-A946-41E7-89F5-2FD2D3FD25FF}" dt="2026-04-24T18:17:44.512" v="114460" actId="47"/>
        <pc:sldMkLst>
          <pc:docMk/>
          <pc:sldMk cId="3126850850" sldId="2147473855"/>
        </pc:sldMkLst>
        <pc:graphicFrameChg chg="add mod ord modVis">
          <ac:chgData name="Brendan Toole" userId="ed94c297-fe2d-4f37-abfe-8ce85054f1c1" providerId="ADAL" clId="{F886AFB8-A946-41E7-89F5-2FD2D3FD25FF}" dt="2026-04-20T16:05:34.931" v="15304"/>
          <ac:graphicFrameMkLst>
            <pc:docMk/>
            <pc:sldMk cId="3126850850" sldId="2147473855"/>
            <ac:graphicFrameMk id="6" creationId="{B9587D81-6E03-1120-CD58-AFB7712F5358}"/>
          </ac:graphicFrameMkLst>
        </pc:graphicFrameChg>
      </pc:sldChg>
      <pc:sldChg chg="addSp delSp modSp add mod ord">
        <pc:chgData name="Brendan Toole" userId="ed94c297-fe2d-4f37-abfe-8ce85054f1c1" providerId="ADAL" clId="{F886AFB8-A946-41E7-89F5-2FD2D3FD25FF}" dt="2026-04-24T18:18:11.437" v="114463"/>
        <pc:sldMkLst>
          <pc:docMk/>
          <pc:sldMk cId="741614229" sldId="2147473856"/>
        </pc:sldMkLst>
        <pc:spChg chg="del">
          <ac:chgData name="Brendan Toole" userId="ed94c297-fe2d-4f37-abfe-8ce85054f1c1" providerId="ADAL" clId="{F886AFB8-A946-41E7-89F5-2FD2D3FD25FF}" dt="2026-04-24T18:17:11.767" v="114391" actId="478"/>
          <ac:spMkLst>
            <pc:docMk/>
            <pc:sldMk cId="741614229" sldId="2147473856"/>
            <ac:spMk id="2" creationId="{CFAB6C63-95C0-8C36-FD3E-CA75AF35B730}"/>
          </ac:spMkLst>
        </pc:spChg>
        <pc:spChg chg="del">
          <ac:chgData name="Brendan Toole" userId="ed94c297-fe2d-4f37-abfe-8ce85054f1c1" providerId="ADAL" clId="{F886AFB8-A946-41E7-89F5-2FD2D3FD25FF}" dt="2026-04-24T18:17:11.767" v="114391" actId="478"/>
          <ac:spMkLst>
            <pc:docMk/>
            <pc:sldMk cId="741614229" sldId="2147473856"/>
            <ac:spMk id="4" creationId="{67526ED1-32CE-8AA1-D059-A0FC77B95902}"/>
          </ac:spMkLst>
        </pc:spChg>
        <pc:spChg chg="add del mod">
          <ac:chgData name="Brendan Toole" userId="ed94c297-fe2d-4f37-abfe-8ce85054f1c1" providerId="ADAL" clId="{F886AFB8-A946-41E7-89F5-2FD2D3FD25FF}" dt="2026-04-24T18:17:19.914" v="114394" actId="478"/>
          <ac:spMkLst>
            <pc:docMk/>
            <pc:sldMk cId="741614229" sldId="2147473856"/>
            <ac:spMk id="8" creationId="{F52F993B-BC5A-5DC6-69AD-609F6F8576D1}"/>
          </ac:spMkLst>
        </pc:spChg>
        <pc:spChg chg="del">
          <ac:chgData name="Brendan Toole" userId="ed94c297-fe2d-4f37-abfe-8ce85054f1c1" providerId="ADAL" clId="{F886AFB8-A946-41E7-89F5-2FD2D3FD25FF}" dt="2026-04-24T18:17:11.767" v="114391" actId="478"/>
          <ac:spMkLst>
            <pc:docMk/>
            <pc:sldMk cId="741614229" sldId="2147473856"/>
            <ac:spMk id="9" creationId="{F72F65ED-13C6-9B3B-9D9A-DEA47892489D}"/>
          </ac:spMkLst>
        </pc:spChg>
        <pc:spChg chg="del">
          <ac:chgData name="Brendan Toole" userId="ed94c297-fe2d-4f37-abfe-8ce85054f1c1" providerId="ADAL" clId="{F886AFB8-A946-41E7-89F5-2FD2D3FD25FF}" dt="2026-04-24T18:17:11.767" v="114391" actId="478"/>
          <ac:spMkLst>
            <pc:docMk/>
            <pc:sldMk cId="741614229" sldId="2147473856"/>
            <ac:spMk id="10" creationId="{B355B545-91AD-184C-0782-A233AB41BA6E}"/>
          </ac:spMkLst>
        </pc:spChg>
        <pc:spChg chg="del">
          <ac:chgData name="Brendan Toole" userId="ed94c297-fe2d-4f37-abfe-8ce85054f1c1" providerId="ADAL" clId="{F886AFB8-A946-41E7-89F5-2FD2D3FD25FF}" dt="2026-04-24T18:17:11.767" v="114391" actId="478"/>
          <ac:spMkLst>
            <pc:docMk/>
            <pc:sldMk cId="741614229" sldId="2147473856"/>
            <ac:spMk id="11" creationId="{178DCABD-6FED-C491-A293-835B74F269B6}"/>
          </ac:spMkLst>
        </pc:spChg>
        <pc:spChg chg="add del mod">
          <ac:chgData name="Brendan Toole" userId="ed94c297-fe2d-4f37-abfe-8ce85054f1c1" providerId="ADAL" clId="{F886AFB8-A946-41E7-89F5-2FD2D3FD25FF}" dt="2026-04-24T18:17:17.337" v="114393" actId="478"/>
          <ac:spMkLst>
            <pc:docMk/>
            <pc:sldMk cId="741614229" sldId="2147473856"/>
            <ac:spMk id="17" creationId="{8D7C8A1E-111B-C37A-C24D-D483FC930EB9}"/>
          </ac:spMkLst>
        </pc:spChg>
        <pc:spChg chg="del">
          <ac:chgData name="Brendan Toole" userId="ed94c297-fe2d-4f37-abfe-8ce85054f1c1" providerId="ADAL" clId="{F886AFB8-A946-41E7-89F5-2FD2D3FD25FF}" dt="2026-04-24T18:17:11.767" v="114391" actId="478"/>
          <ac:spMkLst>
            <pc:docMk/>
            <pc:sldMk cId="741614229" sldId="2147473856"/>
            <ac:spMk id="19" creationId="{356D1204-2644-3640-B7C8-2410422E813B}"/>
          </ac:spMkLst>
        </pc:spChg>
        <pc:spChg chg="del">
          <ac:chgData name="Brendan Toole" userId="ed94c297-fe2d-4f37-abfe-8ce85054f1c1" providerId="ADAL" clId="{F886AFB8-A946-41E7-89F5-2FD2D3FD25FF}" dt="2026-04-24T18:17:11.767" v="114391" actId="478"/>
          <ac:spMkLst>
            <pc:docMk/>
            <pc:sldMk cId="741614229" sldId="2147473856"/>
            <ac:spMk id="27" creationId="{0D52D9C3-2B7D-1D98-EC33-CF1A40F23AAB}"/>
          </ac:spMkLst>
        </pc:spChg>
        <pc:spChg chg="del">
          <ac:chgData name="Brendan Toole" userId="ed94c297-fe2d-4f37-abfe-8ce85054f1c1" providerId="ADAL" clId="{F886AFB8-A946-41E7-89F5-2FD2D3FD25FF}" dt="2026-04-24T18:17:11.767" v="114391" actId="478"/>
          <ac:spMkLst>
            <pc:docMk/>
            <pc:sldMk cId="741614229" sldId="2147473856"/>
            <ac:spMk id="37" creationId="{F6278A20-C354-FF64-30E5-B8D05B4BF507}"/>
          </ac:spMkLst>
        </pc:spChg>
        <pc:graphicFrameChg chg="mod">
          <ac:chgData name="Brendan Toole" userId="ed94c297-fe2d-4f37-abfe-8ce85054f1c1" providerId="ADAL" clId="{F886AFB8-A946-41E7-89F5-2FD2D3FD25FF}" dt="2026-04-21T14:39:12.075" v="103663"/>
          <ac:graphicFrameMkLst>
            <pc:docMk/>
            <pc:sldMk cId="741614229" sldId="2147473856"/>
            <ac:graphicFrameMk id="6" creationId="{EFD86828-3A82-42BA-B6F8-F18FFD918085}"/>
          </ac:graphicFrameMkLst>
        </pc:graphicFrameChg>
        <pc:graphicFrameChg chg="del mod modGraphic">
          <ac:chgData name="Brendan Toole" userId="ed94c297-fe2d-4f37-abfe-8ce85054f1c1" providerId="ADAL" clId="{F886AFB8-A946-41E7-89F5-2FD2D3FD25FF}" dt="2026-04-24T18:17:15.838" v="114392" actId="478"/>
          <ac:graphicFrameMkLst>
            <pc:docMk/>
            <pc:sldMk cId="741614229" sldId="2147473856"/>
            <ac:graphicFrameMk id="14" creationId="{9F88DA1D-53FA-512A-6042-3F94B965A6B5}"/>
          </ac:graphicFrameMkLst>
        </pc:graphicFrameChg>
      </pc:sldChg>
      <pc:sldChg chg="addSp delSp modSp add del mod ord modTransition">
        <pc:chgData name="Brendan Toole" userId="ed94c297-fe2d-4f37-abfe-8ce85054f1c1" providerId="ADAL" clId="{F886AFB8-A946-41E7-89F5-2FD2D3FD25FF}" dt="2026-04-24T18:17:29.096" v="114395" actId="47"/>
        <pc:sldMkLst>
          <pc:docMk/>
          <pc:sldMk cId="3354522860" sldId="2147473859"/>
        </pc:sldMkLst>
        <pc:spChg chg="mod ord">
          <ac:chgData name="Brendan Toole" userId="ed94c297-fe2d-4f37-abfe-8ce85054f1c1" providerId="ADAL" clId="{F886AFB8-A946-41E7-89F5-2FD2D3FD25FF}" dt="2026-04-24T18:16:17.891" v="114335"/>
          <ac:spMkLst>
            <pc:docMk/>
            <pc:sldMk cId="3354522860" sldId="2147473859"/>
            <ac:spMk id="2" creationId="{D258A8FB-7E45-9C04-0058-6CDA3FC2F734}"/>
          </ac:spMkLst>
        </pc:spChg>
        <pc:spChg chg="add del mod">
          <ac:chgData name="Brendan Toole" userId="ed94c297-fe2d-4f37-abfe-8ce85054f1c1" providerId="ADAL" clId="{F886AFB8-A946-41E7-89F5-2FD2D3FD25FF}" dt="2026-04-24T18:16:17.888" v="114329"/>
          <ac:spMkLst>
            <pc:docMk/>
            <pc:sldMk cId="3354522860" sldId="2147473859"/>
            <ac:spMk id="3" creationId="{F8DA0B04-B822-D79A-8B28-8D3C3D6B90D7}"/>
          </ac:spMkLst>
        </pc:spChg>
        <pc:spChg chg="add mod ord">
          <ac:chgData name="Brendan Toole" userId="ed94c297-fe2d-4f37-abfe-8ce85054f1c1" providerId="ADAL" clId="{F886AFB8-A946-41E7-89F5-2FD2D3FD25FF}" dt="2026-04-24T18:16:17.890" v="114331"/>
          <ac:spMkLst>
            <pc:docMk/>
            <pc:sldMk cId="3354522860" sldId="2147473859"/>
            <ac:spMk id="13" creationId="{6B8AACB0-35C7-62F2-536C-C58FAC3B68B5}"/>
          </ac:spMkLst>
        </pc:spChg>
        <pc:spChg chg="add mod ord">
          <ac:chgData name="Brendan Toole" userId="ed94c297-fe2d-4f37-abfe-8ce85054f1c1" providerId="ADAL" clId="{F886AFB8-A946-41E7-89F5-2FD2D3FD25FF}" dt="2026-04-24T18:16:17.891" v="114333"/>
          <ac:spMkLst>
            <pc:docMk/>
            <pc:sldMk cId="3354522860" sldId="2147473859"/>
            <ac:spMk id="17" creationId="{C9082E61-AF63-20F8-2E3D-FDA5C64F1718}"/>
          </ac:spMkLst>
        </pc:spChg>
        <pc:spChg chg="del mod ord">
          <ac:chgData name="Brendan Toole" userId="ed94c297-fe2d-4f37-abfe-8ce85054f1c1" providerId="ADAL" clId="{F886AFB8-A946-41E7-89F5-2FD2D3FD25FF}" dt="2026-04-24T18:16:17.777" v="114293"/>
          <ac:spMkLst>
            <pc:docMk/>
            <pc:sldMk cId="3354522860" sldId="2147473859"/>
            <ac:spMk id="39" creationId="{F017294E-4B01-BB84-A5F2-B35CBBE74F71}"/>
          </ac:spMkLst>
        </pc:spChg>
        <pc:graphicFrameChg chg="mod">
          <ac:chgData name="Brendan Toole" userId="ed94c297-fe2d-4f37-abfe-8ce85054f1c1" providerId="ADAL" clId="{F886AFB8-A946-41E7-89F5-2FD2D3FD25FF}" dt="2026-04-24T18:16:17.923" v="114379"/>
          <ac:graphicFrameMkLst>
            <pc:docMk/>
            <pc:sldMk cId="3354522860" sldId="2147473859"/>
            <ac:graphicFrameMk id="10" creationId="{F004AE38-8766-C065-0924-D010B241B45E}"/>
          </ac:graphicFrameMkLst>
        </pc:graphicFrameChg>
      </pc:sldChg>
      <pc:sldChg chg="addSp delSp modSp add del mod ord modTransition">
        <pc:chgData name="Brendan Toole" userId="ed94c297-fe2d-4f37-abfe-8ce85054f1c1" providerId="ADAL" clId="{F886AFB8-A946-41E7-89F5-2FD2D3FD25FF}" dt="2026-04-24T18:17:39.237" v="114443" actId="47"/>
        <pc:sldMkLst>
          <pc:docMk/>
          <pc:sldMk cId="1863266079" sldId="2147473860"/>
        </pc:sldMkLst>
        <pc:spChg chg="mod ord">
          <ac:chgData name="Brendan Toole" userId="ed94c297-fe2d-4f37-abfe-8ce85054f1c1" providerId="ADAL" clId="{F886AFB8-A946-41E7-89F5-2FD2D3FD25FF}" dt="2026-04-24T18:17:29.658" v="114414"/>
          <ac:spMkLst>
            <pc:docMk/>
            <pc:sldMk cId="1863266079" sldId="2147473860"/>
            <ac:spMk id="2" creationId="{D258A8FB-7E45-9C04-0058-6CDA3FC2F734}"/>
          </ac:spMkLst>
        </pc:spChg>
        <pc:spChg chg="del mod ord">
          <ac:chgData name="Brendan Toole" userId="ed94c297-fe2d-4f37-abfe-8ce85054f1c1" providerId="ADAL" clId="{F886AFB8-A946-41E7-89F5-2FD2D3FD25FF}" dt="2026-04-24T18:17:29.632" v="114397"/>
          <ac:spMkLst>
            <pc:docMk/>
            <pc:sldMk cId="1863266079" sldId="2147473860"/>
            <ac:spMk id="3" creationId="{F8DA0B04-B822-D79A-8B28-8D3C3D6B90D7}"/>
          </ac:spMkLst>
        </pc:spChg>
        <pc:spChg chg="add mod">
          <ac:chgData name="Brendan Toole" userId="ed94c297-fe2d-4f37-abfe-8ce85054f1c1" providerId="ADAL" clId="{F886AFB8-A946-41E7-89F5-2FD2D3FD25FF}" dt="2026-04-24T18:17:29.657" v="114410"/>
          <ac:spMkLst>
            <pc:docMk/>
            <pc:sldMk cId="1863266079" sldId="2147473860"/>
            <ac:spMk id="4" creationId="{A362D3E5-B4FA-B9C5-52E9-4FC0DC70EAD1}"/>
          </ac:spMkLst>
        </pc:spChg>
        <pc:spChg chg="add mod ord">
          <ac:chgData name="Brendan Toole" userId="ed94c297-fe2d-4f37-abfe-8ce85054f1c1" providerId="ADAL" clId="{F886AFB8-A946-41E7-89F5-2FD2D3FD25FF}" dt="2026-04-24T18:17:29.658" v="114412"/>
          <ac:spMkLst>
            <pc:docMk/>
            <pc:sldMk cId="1863266079" sldId="2147473860"/>
            <ac:spMk id="9" creationId="{FD06954D-F91B-D690-BAD2-5C0ADE0212DC}"/>
          </ac:spMkLst>
        </pc:spChg>
        <pc:spChg chg="del mod ord">
          <ac:chgData name="Brendan Toole" userId="ed94c297-fe2d-4f37-abfe-8ce85054f1c1" providerId="ADAL" clId="{F886AFB8-A946-41E7-89F5-2FD2D3FD25FF}" dt="2026-04-24T18:16:17.846" v="114297"/>
          <ac:spMkLst>
            <pc:docMk/>
            <pc:sldMk cId="1863266079" sldId="2147473860"/>
            <ac:spMk id="39" creationId="{F017294E-4B01-BB84-A5F2-B35CBBE74F71}"/>
          </ac:spMkLst>
        </pc:spChg>
        <pc:graphicFrameChg chg="mod">
          <ac:chgData name="Brendan Toole" userId="ed94c297-fe2d-4f37-abfe-8ce85054f1c1" providerId="ADAL" clId="{F886AFB8-A946-41E7-89F5-2FD2D3FD25FF}" dt="2026-04-24T18:17:29.670" v="114431"/>
          <ac:graphicFrameMkLst>
            <pc:docMk/>
            <pc:sldMk cId="1863266079" sldId="2147473860"/>
            <ac:graphicFrameMk id="10" creationId="{F004AE38-8766-C065-0924-D010B241B45E}"/>
          </ac:graphicFrameMkLst>
        </pc:graphicFrameChg>
      </pc:sldChg>
      <pc:sldChg chg="addSp delSp modSp add del mod ord modTransition">
        <pc:chgData name="Brendan Toole" userId="ed94c297-fe2d-4f37-abfe-8ce85054f1c1" providerId="ADAL" clId="{F886AFB8-A946-41E7-89F5-2FD2D3FD25FF}" dt="2026-04-24T18:17:43.725" v="114459" actId="47"/>
        <pc:sldMkLst>
          <pc:docMk/>
          <pc:sldMk cId="971492324" sldId="2147473861"/>
        </pc:sldMkLst>
        <pc:spChg chg="mod ord">
          <ac:chgData name="Brendan Toole" userId="ed94c297-fe2d-4f37-abfe-8ce85054f1c1" providerId="ADAL" clId="{F886AFB8-A946-41E7-89F5-2FD2D3FD25FF}" dt="2026-04-24T18:17:40.283" v="114453"/>
          <ac:spMkLst>
            <pc:docMk/>
            <pc:sldMk cId="971492324" sldId="2147473861"/>
            <ac:spMk id="2" creationId="{D258A8FB-7E45-9C04-0058-6CDA3FC2F734}"/>
          </ac:spMkLst>
        </pc:spChg>
        <pc:spChg chg="del mod ord">
          <ac:chgData name="Brendan Toole" userId="ed94c297-fe2d-4f37-abfe-8ce85054f1c1" providerId="ADAL" clId="{F886AFB8-A946-41E7-89F5-2FD2D3FD25FF}" dt="2026-04-24T18:17:29.636" v="114399"/>
          <ac:spMkLst>
            <pc:docMk/>
            <pc:sldMk cId="971492324" sldId="2147473861"/>
            <ac:spMk id="3" creationId="{F8DA0B04-B822-D79A-8B28-8D3C3D6B90D7}"/>
          </ac:spMkLst>
        </pc:spChg>
        <pc:spChg chg="del mod ord">
          <ac:chgData name="Brendan Toole" userId="ed94c297-fe2d-4f37-abfe-8ce85054f1c1" providerId="ADAL" clId="{F886AFB8-A946-41E7-89F5-2FD2D3FD25FF}" dt="2026-04-24T18:17:40.263" v="114446"/>
          <ac:spMkLst>
            <pc:docMk/>
            <pc:sldMk cId="971492324" sldId="2147473861"/>
            <ac:spMk id="4" creationId="{A362D3E5-B4FA-B9C5-52E9-4FC0DC70EAD1}"/>
          </ac:spMkLst>
        </pc:spChg>
        <pc:spChg chg="add mod">
          <ac:chgData name="Brendan Toole" userId="ed94c297-fe2d-4f37-abfe-8ce85054f1c1" providerId="ADAL" clId="{F886AFB8-A946-41E7-89F5-2FD2D3FD25FF}" dt="2026-04-24T18:17:40.281" v="114451"/>
          <ac:spMkLst>
            <pc:docMk/>
            <pc:sldMk cId="971492324" sldId="2147473861"/>
            <ac:spMk id="5" creationId="{BB2B887C-7413-B98E-74B9-CC4C77A4F0AE}"/>
          </ac:spMkLst>
        </pc:spChg>
        <pc:spChg chg="del mod ord">
          <ac:chgData name="Brendan Toole" userId="ed94c297-fe2d-4f37-abfe-8ce85054f1c1" providerId="ADAL" clId="{F886AFB8-A946-41E7-89F5-2FD2D3FD25FF}" dt="2026-04-24T18:16:17.848" v="114301"/>
          <ac:spMkLst>
            <pc:docMk/>
            <pc:sldMk cId="971492324" sldId="2147473861"/>
            <ac:spMk id="39" creationId="{F017294E-4B01-BB84-A5F2-B35CBBE74F71}"/>
          </ac:spMkLst>
        </pc:spChg>
        <pc:graphicFrameChg chg="mod">
          <ac:chgData name="Brendan Toole" userId="ed94c297-fe2d-4f37-abfe-8ce85054f1c1" providerId="ADAL" clId="{F886AFB8-A946-41E7-89F5-2FD2D3FD25FF}" dt="2026-04-24T18:17:40.285" v="114455"/>
          <ac:graphicFrameMkLst>
            <pc:docMk/>
            <pc:sldMk cId="971492324" sldId="2147473861"/>
            <ac:graphicFrameMk id="10" creationId="{F004AE38-8766-C065-0924-D010B241B45E}"/>
          </ac:graphicFrameMkLst>
        </pc:graphicFrameChg>
      </pc:sldChg>
      <pc:sldChg chg="del ord">
        <pc:chgData name="Brendan Toole" userId="ed94c297-fe2d-4f37-abfe-8ce85054f1c1" providerId="ADAL" clId="{F886AFB8-A946-41E7-89F5-2FD2D3FD25FF}" dt="2026-04-24T18:17:34.600" v="114437" actId="47"/>
        <pc:sldMkLst>
          <pc:docMk/>
          <pc:sldMk cId="0" sldId="2147473862"/>
        </pc:sldMkLst>
      </pc:sldChg>
      <pc:sldChg chg="del">
        <pc:chgData name="Brendan Toole" userId="ed94c297-fe2d-4f37-abfe-8ce85054f1c1" providerId="ADAL" clId="{F886AFB8-A946-41E7-89F5-2FD2D3FD25FF}" dt="2026-04-24T18:17:35.330" v="114438" actId="47"/>
        <pc:sldMkLst>
          <pc:docMk/>
          <pc:sldMk cId="0" sldId="2147473863"/>
        </pc:sldMkLst>
      </pc:sldChg>
      <pc:sldChg chg="modSp del mod">
        <pc:chgData name="Brendan Toole" userId="ed94c297-fe2d-4f37-abfe-8ce85054f1c1" providerId="ADAL" clId="{F886AFB8-A946-41E7-89F5-2FD2D3FD25FF}" dt="2026-04-24T18:17:38.059" v="114442" actId="47"/>
        <pc:sldMkLst>
          <pc:docMk/>
          <pc:sldMk cId="0" sldId="2147473864"/>
        </pc:sldMkLst>
        <pc:spChg chg="mod">
          <ac:chgData name="Brendan Toole" userId="ed94c297-fe2d-4f37-abfe-8ce85054f1c1" providerId="ADAL" clId="{F886AFB8-A946-41E7-89F5-2FD2D3FD25FF}" dt="2026-04-21T03:49:32.016" v="103651" actId="255"/>
          <ac:spMkLst>
            <pc:docMk/>
            <pc:sldMk cId="0" sldId="2147473864"/>
            <ac:spMk id="2" creationId="{00000000-0000-0000-0000-000000000000}"/>
          </ac:spMkLst>
        </pc:spChg>
        <pc:spChg chg="mod">
          <ac:chgData name="Brendan Toole" userId="ed94c297-fe2d-4f37-abfe-8ce85054f1c1" providerId="ADAL" clId="{F886AFB8-A946-41E7-89F5-2FD2D3FD25FF}" dt="2026-04-22T04:11:14.878" v="114233" actId="1035"/>
          <ac:spMkLst>
            <pc:docMk/>
            <pc:sldMk cId="0" sldId="2147473864"/>
            <ac:spMk id="6" creationId="{00000000-0000-0000-0000-000000000000}"/>
          </ac:spMkLst>
        </pc:spChg>
        <pc:graphicFrameChg chg="mod modGraphic">
          <ac:chgData name="Brendan Toole" userId="ed94c297-fe2d-4f37-abfe-8ce85054f1c1" providerId="ADAL" clId="{F886AFB8-A946-41E7-89F5-2FD2D3FD25FF}" dt="2026-04-22T04:11:14.878" v="114233" actId="1035"/>
          <ac:graphicFrameMkLst>
            <pc:docMk/>
            <pc:sldMk cId="0" sldId="2147473864"/>
            <ac:graphicFrameMk id="5" creationId="{00000000-0000-0000-0000-000000000000}"/>
          </ac:graphicFrameMkLst>
        </pc:graphicFrameChg>
      </pc:sldChg>
      <pc:sldChg chg="del">
        <pc:chgData name="Brendan Toole" userId="ed94c297-fe2d-4f37-abfe-8ce85054f1c1" providerId="ADAL" clId="{F886AFB8-A946-41E7-89F5-2FD2D3FD25FF}" dt="2026-04-24T18:17:40.988" v="114457" actId="47"/>
        <pc:sldMkLst>
          <pc:docMk/>
          <pc:sldMk cId="0" sldId="2147473865"/>
        </pc:sldMkLst>
      </pc:sldChg>
      <pc:sldChg chg="del">
        <pc:chgData name="Brendan Toole" userId="ed94c297-fe2d-4f37-abfe-8ce85054f1c1" providerId="ADAL" clId="{F886AFB8-A946-41E7-89F5-2FD2D3FD25FF}" dt="2026-04-24T18:17:41.419" v="114458" actId="47"/>
        <pc:sldMkLst>
          <pc:docMk/>
          <pc:sldMk cId="0" sldId="2147473866"/>
        </pc:sldMkLst>
      </pc:sldChg>
      <pc:sldChg chg="addSp delSp modSp add del mod">
        <pc:chgData name="Brendan Toole" userId="ed94c297-fe2d-4f37-abfe-8ce85054f1c1" providerId="ADAL" clId="{F886AFB8-A946-41E7-89F5-2FD2D3FD25FF}" dt="2026-04-24T18:17:37.352" v="114440" actId="47"/>
        <pc:sldMkLst>
          <pc:docMk/>
          <pc:sldMk cId="3482573342" sldId="2147473867"/>
        </pc:sldMkLst>
        <pc:spChg chg="mod">
          <ac:chgData name="Brendan Toole" userId="ed94c297-fe2d-4f37-abfe-8ce85054f1c1" providerId="ADAL" clId="{F886AFB8-A946-41E7-89F5-2FD2D3FD25FF}" dt="2026-04-22T04:06:48.157" v="112455"/>
          <ac:spMkLst>
            <pc:docMk/>
            <pc:sldMk cId="3482573342" sldId="2147473867"/>
            <ac:spMk id="2" creationId="{AA4ACFDC-DE5F-B4DE-FACC-6775D756E59F}"/>
          </ac:spMkLst>
        </pc:spChg>
        <pc:spChg chg="mod ord">
          <ac:chgData name="Brendan Toole" userId="ed94c297-fe2d-4f37-abfe-8ce85054f1c1" providerId="ADAL" clId="{F886AFB8-A946-41E7-89F5-2FD2D3FD25FF}" dt="2026-04-22T04:06:59.398" v="113592"/>
          <ac:spMkLst>
            <pc:docMk/>
            <pc:sldMk cId="3482573342" sldId="2147473867"/>
            <ac:spMk id="3" creationId="{A4A8E266-B453-461E-554F-A2C54575A4B8}"/>
          </ac:spMkLst>
        </pc:spChg>
        <pc:spChg chg="add mod ord">
          <ac:chgData name="Brendan Toole" userId="ed94c297-fe2d-4f37-abfe-8ce85054f1c1" providerId="ADAL" clId="{F886AFB8-A946-41E7-89F5-2FD2D3FD25FF}" dt="2026-04-22T04:07:01.019" v="114120" actId="14100"/>
          <ac:spMkLst>
            <pc:docMk/>
            <pc:sldMk cId="3482573342" sldId="2147473867"/>
            <ac:spMk id="5" creationId="{F27486AF-35AB-BD46-6BE5-31037005525B}"/>
          </ac:spMkLst>
        </pc:spChg>
        <pc:spChg chg="mod">
          <ac:chgData name="Brendan Toole" userId="ed94c297-fe2d-4f37-abfe-8ce85054f1c1" providerId="ADAL" clId="{F886AFB8-A946-41E7-89F5-2FD2D3FD25FF}" dt="2026-04-22T04:06:48.157" v="112465"/>
          <ac:spMkLst>
            <pc:docMk/>
            <pc:sldMk cId="3482573342" sldId="2147473867"/>
            <ac:spMk id="7" creationId="{AA4ACFDC-DE5F-B4DE-FACC-6775D756E59F}"/>
          </ac:spMkLst>
        </pc:spChg>
        <pc:spChg chg="mod">
          <ac:chgData name="Brendan Toole" userId="ed94c297-fe2d-4f37-abfe-8ce85054f1c1" providerId="ADAL" clId="{F886AFB8-A946-41E7-89F5-2FD2D3FD25FF}" dt="2026-04-22T04:06:48.157" v="112462"/>
          <ac:spMkLst>
            <pc:docMk/>
            <pc:sldMk cId="3482573342" sldId="2147473867"/>
            <ac:spMk id="8" creationId="{AA4ACFDC-DE5F-B4DE-FACC-6775D756E59F}"/>
          </ac:spMkLst>
        </pc:spChg>
        <pc:spChg chg="mod">
          <ac:chgData name="Brendan Toole" userId="ed94c297-fe2d-4f37-abfe-8ce85054f1c1" providerId="ADAL" clId="{F886AFB8-A946-41E7-89F5-2FD2D3FD25FF}" dt="2026-04-22T04:06:48.157" v="112460"/>
          <ac:spMkLst>
            <pc:docMk/>
            <pc:sldMk cId="3482573342" sldId="2147473867"/>
            <ac:spMk id="9" creationId="{AA4ACFDC-DE5F-B4DE-FACC-6775D756E59F}"/>
          </ac:spMkLst>
        </pc:spChg>
        <pc:spChg chg="mod">
          <ac:chgData name="Brendan Toole" userId="ed94c297-fe2d-4f37-abfe-8ce85054f1c1" providerId="ADAL" clId="{F886AFB8-A946-41E7-89F5-2FD2D3FD25FF}" dt="2026-04-22T04:07:01.022" v="114121"/>
          <ac:spMkLst>
            <pc:docMk/>
            <pc:sldMk cId="3482573342" sldId="2147473867"/>
            <ac:spMk id="10" creationId="{AA4ACFDC-DE5F-B4DE-FACC-6775D756E59F}"/>
          </ac:spMkLst>
        </pc:spChg>
        <pc:spChg chg="mod">
          <ac:chgData name="Brendan Toole" userId="ed94c297-fe2d-4f37-abfe-8ce85054f1c1" providerId="ADAL" clId="{F886AFB8-A946-41E7-89F5-2FD2D3FD25FF}" dt="2026-04-22T04:07:01.022" v="114121"/>
          <ac:spMkLst>
            <pc:docMk/>
            <pc:sldMk cId="3482573342" sldId="2147473867"/>
            <ac:spMk id="11" creationId="{AA4ACFDC-DE5F-B4DE-FACC-6775D756E59F}"/>
          </ac:spMkLst>
        </pc:spChg>
        <pc:spChg chg="mod">
          <ac:chgData name="Brendan Toole" userId="ed94c297-fe2d-4f37-abfe-8ce85054f1c1" providerId="ADAL" clId="{F886AFB8-A946-41E7-89F5-2FD2D3FD25FF}" dt="2026-04-22T04:06:48.171" v="112481"/>
          <ac:spMkLst>
            <pc:docMk/>
            <pc:sldMk cId="3482573342" sldId="2147473867"/>
            <ac:spMk id="12" creationId="{AA4ACFDC-DE5F-B4DE-FACC-6775D756E59F}"/>
          </ac:spMkLst>
        </pc:spChg>
        <pc:spChg chg="mod">
          <ac:chgData name="Brendan Toole" userId="ed94c297-fe2d-4f37-abfe-8ce85054f1c1" providerId="ADAL" clId="{F886AFB8-A946-41E7-89F5-2FD2D3FD25FF}" dt="2026-04-22T04:07:01.022" v="114121"/>
          <ac:spMkLst>
            <pc:docMk/>
            <pc:sldMk cId="3482573342" sldId="2147473867"/>
            <ac:spMk id="13" creationId="{AA4ACFDC-DE5F-B4DE-FACC-6775D756E59F}"/>
          </ac:spMkLst>
        </pc:spChg>
        <pc:spChg chg="add mod ord">
          <ac:chgData name="Brendan Toole" userId="ed94c297-fe2d-4f37-abfe-8ce85054f1c1" providerId="ADAL" clId="{F886AFB8-A946-41E7-89F5-2FD2D3FD25FF}" dt="2026-04-22T04:07:01.019" v="114119" actId="14100"/>
          <ac:spMkLst>
            <pc:docMk/>
            <pc:sldMk cId="3482573342" sldId="2147473867"/>
            <ac:spMk id="14" creationId="{C2AA530F-04A6-5A2E-E4EB-3E4F27D83201}"/>
          </ac:spMkLst>
        </pc:spChg>
        <pc:spChg chg="mod">
          <ac:chgData name="Brendan Toole" userId="ed94c297-fe2d-4f37-abfe-8ce85054f1c1" providerId="ADAL" clId="{F886AFB8-A946-41E7-89F5-2FD2D3FD25FF}" dt="2026-04-22T04:06:48.157" v="112471"/>
          <ac:spMkLst>
            <pc:docMk/>
            <pc:sldMk cId="3482573342" sldId="2147473867"/>
            <ac:spMk id="15" creationId="{AA4ACFDC-DE5F-B4DE-FACC-6775D756E59F}"/>
          </ac:spMkLst>
        </pc:spChg>
        <pc:spChg chg="mod">
          <ac:chgData name="Brendan Toole" userId="ed94c297-fe2d-4f37-abfe-8ce85054f1c1" providerId="ADAL" clId="{F886AFB8-A946-41E7-89F5-2FD2D3FD25FF}" dt="2026-04-22T04:06:51.482" v="112534"/>
          <ac:spMkLst>
            <pc:docMk/>
            <pc:sldMk cId="3482573342" sldId="2147473867"/>
            <ac:spMk id="16" creationId="{AA4ACFDC-DE5F-B4DE-FACC-6775D756E59F}"/>
          </ac:spMkLst>
        </pc:spChg>
        <pc:spChg chg="add mod ord">
          <ac:chgData name="Brendan Toole" userId="ed94c297-fe2d-4f37-abfe-8ce85054f1c1" providerId="ADAL" clId="{F886AFB8-A946-41E7-89F5-2FD2D3FD25FF}" dt="2026-04-22T04:07:01.019" v="114118" actId="14100"/>
          <ac:spMkLst>
            <pc:docMk/>
            <pc:sldMk cId="3482573342" sldId="2147473867"/>
            <ac:spMk id="17" creationId="{1C7C3791-4485-10FE-7808-0D0DB9E6D415}"/>
          </ac:spMkLst>
        </pc:spChg>
        <pc:spChg chg="add mod ord">
          <ac:chgData name="Brendan Toole" userId="ed94c297-fe2d-4f37-abfe-8ce85054f1c1" providerId="ADAL" clId="{F886AFB8-A946-41E7-89F5-2FD2D3FD25FF}" dt="2026-04-22T04:07:01.019" v="114117" actId="14100"/>
          <ac:spMkLst>
            <pc:docMk/>
            <pc:sldMk cId="3482573342" sldId="2147473867"/>
            <ac:spMk id="18" creationId="{F22C0288-DC1E-B16A-3A78-AC4F0DC5629B}"/>
          </ac:spMkLst>
        </pc:spChg>
        <pc:spChg chg="add mod ord">
          <ac:chgData name="Brendan Toole" userId="ed94c297-fe2d-4f37-abfe-8ce85054f1c1" providerId="ADAL" clId="{F886AFB8-A946-41E7-89F5-2FD2D3FD25FF}" dt="2026-04-22T04:07:01.016" v="114116" actId="14100"/>
          <ac:spMkLst>
            <pc:docMk/>
            <pc:sldMk cId="3482573342" sldId="2147473867"/>
            <ac:spMk id="19" creationId="{1C9E34E4-F7EF-3374-E1C6-628B81BB424E}"/>
          </ac:spMkLst>
        </pc:spChg>
        <pc:spChg chg="mod">
          <ac:chgData name="Brendan Toole" userId="ed94c297-fe2d-4f37-abfe-8ce85054f1c1" providerId="ADAL" clId="{F886AFB8-A946-41E7-89F5-2FD2D3FD25FF}" dt="2026-04-22T04:07:01.022" v="114121"/>
          <ac:spMkLst>
            <pc:docMk/>
            <pc:sldMk cId="3482573342" sldId="2147473867"/>
            <ac:spMk id="20" creationId="{AA4ACFDC-DE5F-B4DE-FACC-6775D756E59F}"/>
          </ac:spMkLst>
        </pc:spChg>
        <pc:spChg chg="mod">
          <ac:chgData name="Brendan Toole" userId="ed94c297-fe2d-4f37-abfe-8ce85054f1c1" providerId="ADAL" clId="{F886AFB8-A946-41E7-89F5-2FD2D3FD25FF}" dt="2026-04-22T04:07:01.022" v="114121"/>
          <ac:spMkLst>
            <pc:docMk/>
            <pc:sldMk cId="3482573342" sldId="2147473867"/>
            <ac:spMk id="21" creationId="{AA4ACFDC-DE5F-B4DE-FACC-6775D756E59F}"/>
          </ac:spMkLst>
        </pc:spChg>
        <pc:spChg chg="mod">
          <ac:chgData name="Brendan Toole" userId="ed94c297-fe2d-4f37-abfe-8ce85054f1c1" providerId="ADAL" clId="{F886AFB8-A946-41E7-89F5-2FD2D3FD25FF}" dt="2026-04-22T04:06:56.710" v="113428"/>
          <ac:spMkLst>
            <pc:docMk/>
            <pc:sldMk cId="3482573342" sldId="2147473867"/>
            <ac:spMk id="22" creationId="{AA4ACFDC-DE5F-B4DE-FACC-6775D756E59F}"/>
          </ac:spMkLst>
        </pc:spChg>
        <pc:spChg chg="mod">
          <ac:chgData name="Brendan Toole" userId="ed94c297-fe2d-4f37-abfe-8ce85054f1c1" providerId="ADAL" clId="{F886AFB8-A946-41E7-89F5-2FD2D3FD25FF}" dt="2026-04-22T04:07:01.022" v="114121"/>
          <ac:spMkLst>
            <pc:docMk/>
            <pc:sldMk cId="3482573342" sldId="2147473867"/>
            <ac:spMk id="23" creationId="{AA4ACFDC-DE5F-B4DE-FACC-6775D756E59F}"/>
          </ac:spMkLst>
        </pc:spChg>
        <pc:spChg chg="add mod ord">
          <ac:chgData name="Brendan Toole" userId="ed94c297-fe2d-4f37-abfe-8ce85054f1c1" providerId="ADAL" clId="{F886AFB8-A946-41E7-89F5-2FD2D3FD25FF}" dt="2026-04-22T04:07:01.016" v="114114" actId="14100"/>
          <ac:spMkLst>
            <pc:docMk/>
            <pc:sldMk cId="3482573342" sldId="2147473867"/>
            <ac:spMk id="24" creationId="{7C33FEE9-8A16-D6B7-8108-4C0DA09B1788}"/>
          </ac:spMkLst>
        </pc:spChg>
        <pc:spChg chg="add mod ord">
          <ac:chgData name="Brendan Toole" userId="ed94c297-fe2d-4f37-abfe-8ce85054f1c1" providerId="ADAL" clId="{F886AFB8-A946-41E7-89F5-2FD2D3FD25FF}" dt="2026-04-22T04:07:01.010" v="114112" actId="14100"/>
          <ac:spMkLst>
            <pc:docMk/>
            <pc:sldMk cId="3482573342" sldId="2147473867"/>
            <ac:spMk id="25" creationId="{A3B4D423-F5D9-B7B4-81D4-3532EF9C6369}"/>
          </ac:spMkLst>
        </pc:spChg>
        <pc:spChg chg="add mod ord">
          <ac:chgData name="Brendan Toole" userId="ed94c297-fe2d-4f37-abfe-8ce85054f1c1" providerId="ADAL" clId="{F886AFB8-A946-41E7-89F5-2FD2D3FD25FF}" dt="2026-04-22T04:07:01.022" v="114121"/>
          <ac:spMkLst>
            <pc:docMk/>
            <pc:sldMk cId="3482573342" sldId="2147473867"/>
            <ac:spMk id="26" creationId="{4EE1E8D7-6D05-8A11-02B8-8DF68DBF3842}"/>
          </ac:spMkLst>
        </pc:spChg>
        <pc:spChg chg="add mod ord">
          <ac:chgData name="Brendan Toole" userId="ed94c297-fe2d-4f37-abfe-8ce85054f1c1" providerId="ADAL" clId="{F886AFB8-A946-41E7-89F5-2FD2D3FD25FF}" dt="2026-04-22T04:07:01.010" v="114108" actId="14100"/>
          <ac:spMkLst>
            <pc:docMk/>
            <pc:sldMk cId="3482573342" sldId="2147473867"/>
            <ac:spMk id="27" creationId="{86D801CC-290E-6DF8-7A09-1B9E3A91F474}"/>
          </ac:spMkLst>
        </pc:spChg>
        <pc:spChg chg="add mod ord">
          <ac:chgData name="Brendan Toole" userId="ed94c297-fe2d-4f37-abfe-8ce85054f1c1" providerId="ADAL" clId="{F886AFB8-A946-41E7-89F5-2FD2D3FD25FF}" dt="2026-04-22T04:07:01.010" v="114106" actId="14100"/>
          <ac:spMkLst>
            <pc:docMk/>
            <pc:sldMk cId="3482573342" sldId="2147473867"/>
            <ac:spMk id="28" creationId="{8B36FAE1-E84E-FAC6-EE79-E75E5BF01AC9}"/>
          </ac:spMkLst>
        </pc:spChg>
        <pc:spChg chg="add mod ord">
          <ac:chgData name="Brendan Toole" userId="ed94c297-fe2d-4f37-abfe-8ce85054f1c1" providerId="ADAL" clId="{F886AFB8-A946-41E7-89F5-2FD2D3FD25FF}" dt="2026-04-22T04:07:01.022" v="114121"/>
          <ac:spMkLst>
            <pc:docMk/>
            <pc:sldMk cId="3482573342" sldId="2147473867"/>
            <ac:spMk id="29" creationId="{AAE9EF0F-578C-308A-14CE-59DA929637E2}"/>
          </ac:spMkLst>
        </pc:spChg>
        <pc:spChg chg="add mod ord">
          <ac:chgData name="Brendan Toole" userId="ed94c297-fe2d-4f37-abfe-8ce85054f1c1" providerId="ADAL" clId="{F886AFB8-A946-41E7-89F5-2FD2D3FD25FF}" dt="2026-04-22T04:07:01.008" v="114102" actId="14100"/>
          <ac:spMkLst>
            <pc:docMk/>
            <pc:sldMk cId="3482573342" sldId="2147473867"/>
            <ac:spMk id="30" creationId="{FFDD2132-1181-AA13-CD6B-D7E8F566D1F5}"/>
          </ac:spMkLst>
        </pc:spChg>
        <pc:spChg chg="add mod ord">
          <ac:chgData name="Brendan Toole" userId="ed94c297-fe2d-4f37-abfe-8ce85054f1c1" providerId="ADAL" clId="{F886AFB8-A946-41E7-89F5-2FD2D3FD25FF}" dt="2026-04-22T04:07:01.008" v="114100" actId="14100"/>
          <ac:spMkLst>
            <pc:docMk/>
            <pc:sldMk cId="3482573342" sldId="2147473867"/>
            <ac:spMk id="31" creationId="{185B42AE-3F3F-0B8C-35A0-DE51AC46000E}"/>
          </ac:spMkLst>
        </pc:spChg>
        <pc:spChg chg="add mod ord">
          <ac:chgData name="Brendan Toole" userId="ed94c297-fe2d-4f37-abfe-8ce85054f1c1" providerId="ADAL" clId="{F886AFB8-A946-41E7-89F5-2FD2D3FD25FF}" dt="2026-04-22T04:07:01.006" v="114098" actId="14100"/>
          <ac:spMkLst>
            <pc:docMk/>
            <pc:sldMk cId="3482573342" sldId="2147473867"/>
            <ac:spMk id="32" creationId="{5AE32714-F503-CF86-06BB-3A5E5E46E68A}"/>
          </ac:spMkLst>
        </pc:spChg>
        <pc:spChg chg="mod">
          <ac:chgData name="Brendan Toole" userId="ed94c297-fe2d-4f37-abfe-8ce85054f1c1" providerId="ADAL" clId="{F886AFB8-A946-41E7-89F5-2FD2D3FD25FF}" dt="2026-04-22T04:06:51.510" v="112567"/>
          <ac:spMkLst>
            <pc:docMk/>
            <pc:sldMk cId="3482573342" sldId="2147473867"/>
            <ac:spMk id="34" creationId="{3082494E-AE9D-F9D7-D106-649C90BCE320}"/>
          </ac:spMkLst>
        </pc:spChg>
        <pc:spChg chg="mod">
          <ac:chgData name="Brendan Toole" userId="ed94c297-fe2d-4f37-abfe-8ce85054f1c1" providerId="ADAL" clId="{F886AFB8-A946-41E7-89F5-2FD2D3FD25FF}" dt="2026-04-22T04:06:51.532" v="112596"/>
          <ac:spMkLst>
            <pc:docMk/>
            <pc:sldMk cId="3482573342" sldId="2147473867"/>
            <ac:spMk id="35" creationId="{B7AD7804-332C-2F35-EEE6-01805A2AFB9C}"/>
          </ac:spMkLst>
        </pc:spChg>
        <pc:spChg chg="mod">
          <ac:chgData name="Brendan Toole" userId="ed94c297-fe2d-4f37-abfe-8ce85054f1c1" providerId="ADAL" clId="{F886AFB8-A946-41E7-89F5-2FD2D3FD25FF}" dt="2026-04-22T04:07:01.022" v="114121"/>
          <ac:spMkLst>
            <pc:docMk/>
            <pc:sldMk cId="3482573342" sldId="2147473867"/>
            <ac:spMk id="36" creationId="{DF86F2BF-FBBD-CAA2-069D-9F6B7F456B59}"/>
          </ac:spMkLst>
        </pc:spChg>
        <pc:spChg chg="mod">
          <ac:chgData name="Brendan Toole" userId="ed94c297-fe2d-4f37-abfe-8ce85054f1c1" providerId="ADAL" clId="{F886AFB8-A946-41E7-89F5-2FD2D3FD25FF}" dt="2026-04-22T04:06:56.842" v="113439"/>
          <ac:spMkLst>
            <pc:docMk/>
            <pc:sldMk cId="3482573342" sldId="2147473867"/>
            <ac:spMk id="37" creationId="{43A162E9-A7A3-98DE-E489-419196235934}"/>
          </ac:spMkLst>
        </pc:spChg>
        <pc:spChg chg="mod">
          <ac:chgData name="Brendan Toole" userId="ed94c297-fe2d-4f37-abfe-8ce85054f1c1" providerId="ADAL" clId="{F886AFB8-A946-41E7-89F5-2FD2D3FD25FF}" dt="2026-04-22T04:06:48.157" v="112457"/>
          <ac:spMkLst>
            <pc:docMk/>
            <pc:sldMk cId="3482573342" sldId="2147473867"/>
            <ac:spMk id="38" creationId="{0D1E2724-A706-0C61-3026-4EB806413B36}"/>
          </ac:spMkLst>
        </pc:spChg>
        <pc:spChg chg="mod">
          <ac:chgData name="Brendan Toole" userId="ed94c297-fe2d-4f37-abfe-8ce85054f1c1" providerId="ADAL" clId="{F886AFB8-A946-41E7-89F5-2FD2D3FD25FF}" dt="2026-04-22T04:06:48.157" v="112477"/>
          <ac:spMkLst>
            <pc:docMk/>
            <pc:sldMk cId="3482573342" sldId="2147473867"/>
            <ac:spMk id="39" creationId="{E496BC35-BE9D-9BD0-575B-314B4E0A7A34}"/>
          </ac:spMkLst>
        </pc:spChg>
        <pc:spChg chg="mod">
          <ac:chgData name="Brendan Toole" userId="ed94c297-fe2d-4f37-abfe-8ce85054f1c1" providerId="ADAL" clId="{F886AFB8-A946-41E7-89F5-2FD2D3FD25FF}" dt="2026-04-22T04:06:51.476" v="112527"/>
          <ac:spMkLst>
            <pc:docMk/>
            <pc:sldMk cId="3482573342" sldId="2147473867"/>
            <ac:spMk id="40" creationId="{B8416FDC-FB03-8850-0EE4-041445F305BF}"/>
          </ac:spMkLst>
        </pc:spChg>
        <pc:spChg chg="mod">
          <ac:chgData name="Brendan Toole" userId="ed94c297-fe2d-4f37-abfe-8ce85054f1c1" providerId="ADAL" clId="{F886AFB8-A946-41E7-89F5-2FD2D3FD25FF}" dt="2026-04-22T04:06:51.480" v="112530"/>
          <ac:spMkLst>
            <pc:docMk/>
            <pc:sldMk cId="3482573342" sldId="2147473867"/>
            <ac:spMk id="41" creationId="{72B817F9-7868-0A2C-F6AD-E1116408488C}"/>
          </ac:spMkLst>
        </pc:spChg>
        <pc:spChg chg="mod">
          <ac:chgData name="Brendan Toole" userId="ed94c297-fe2d-4f37-abfe-8ce85054f1c1" providerId="ADAL" clId="{F886AFB8-A946-41E7-89F5-2FD2D3FD25FF}" dt="2026-04-22T04:06:51.510" v="112566"/>
          <ac:spMkLst>
            <pc:docMk/>
            <pc:sldMk cId="3482573342" sldId="2147473867"/>
            <ac:spMk id="42" creationId="{64E095E2-EF1A-6B03-AB11-70B4C8BEC9A1}"/>
          </ac:spMkLst>
        </pc:spChg>
        <pc:spChg chg="mod">
          <ac:chgData name="Brendan Toole" userId="ed94c297-fe2d-4f37-abfe-8ce85054f1c1" providerId="ADAL" clId="{F886AFB8-A946-41E7-89F5-2FD2D3FD25FF}" dt="2026-04-22T04:06:51.484" v="112535"/>
          <ac:spMkLst>
            <pc:docMk/>
            <pc:sldMk cId="3482573342" sldId="2147473867"/>
            <ac:spMk id="43" creationId="{23E34A4A-4FF0-8C67-234A-26A121F410CC}"/>
          </ac:spMkLst>
        </pc:spChg>
        <pc:spChg chg="mod">
          <ac:chgData name="Brendan Toole" userId="ed94c297-fe2d-4f37-abfe-8ce85054f1c1" providerId="ADAL" clId="{F886AFB8-A946-41E7-89F5-2FD2D3FD25FF}" dt="2026-04-22T04:06:59.683" v="114000"/>
          <ac:spMkLst>
            <pc:docMk/>
            <pc:sldMk cId="3482573342" sldId="2147473867"/>
            <ac:spMk id="44" creationId="{F4BD8FA7-ABC0-9B6A-D827-8E7E7A813755}"/>
          </ac:spMkLst>
        </pc:spChg>
        <pc:spChg chg="mod">
          <ac:chgData name="Brendan Toole" userId="ed94c297-fe2d-4f37-abfe-8ce85054f1c1" providerId="ADAL" clId="{F886AFB8-A946-41E7-89F5-2FD2D3FD25FF}" dt="2026-04-22T04:06:51.495" v="112549"/>
          <ac:spMkLst>
            <pc:docMk/>
            <pc:sldMk cId="3482573342" sldId="2147473867"/>
            <ac:spMk id="45" creationId="{3C4A25CA-CE91-8276-1F7A-E4EB875F0D41}"/>
          </ac:spMkLst>
        </pc:spChg>
        <pc:spChg chg="mod">
          <ac:chgData name="Brendan Toole" userId="ed94c297-fe2d-4f37-abfe-8ce85054f1c1" providerId="ADAL" clId="{F886AFB8-A946-41E7-89F5-2FD2D3FD25FF}" dt="2026-04-22T04:06:51.499" v="112552"/>
          <ac:spMkLst>
            <pc:docMk/>
            <pc:sldMk cId="3482573342" sldId="2147473867"/>
            <ac:spMk id="46" creationId="{F8ED3A5D-64E9-41FC-B9BC-89E6D28A5A78}"/>
          </ac:spMkLst>
        </pc:spChg>
        <pc:spChg chg="mod">
          <ac:chgData name="Brendan Toole" userId="ed94c297-fe2d-4f37-abfe-8ce85054f1c1" providerId="ADAL" clId="{F886AFB8-A946-41E7-89F5-2FD2D3FD25FF}" dt="2026-04-22T04:06:51.502" v="112559"/>
          <ac:spMkLst>
            <pc:docMk/>
            <pc:sldMk cId="3482573342" sldId="2147473867"/>
            <ac:spMk id="47" creationId="{E1902496-6066-629C-C69A-0A89CA077F3E}"/>
          </ac:spMkLst>
        </pc:spChg>
        <pc:spChg chg="mod">
          <ac:chgData name="Brendan Toole" userId="ed94c297-fe2d-4f37-abfe-8ce85054f1c1" providerId="ADAL" clId="{F886AFB8-A946-41E7-89F5-2FD2D3FD25FF}" dt="2026-04-22T04:06:59.683" v="114000"/>
          <ac:spMkLst>
            <pc:docMk/>
            <pc:sldMk cId="3482573342" sldId="2147473867"/>
            <ac:spMk id="48" creationId="{5AEDFC35-2423-9C2F-A471-D3B0795C421A}"/>
          </ac:spMkLst>
        </pc:spChg>
        <pc:spChg chg="mod">
          <ac:chgData name="Brendan Toole" userId="ed94c297-fe2d-4f37-abfe-8ce85054f1c1" providerId="ADAL" clId="{F886AFB8-A946-41E7-89F5-2FD2D3FD25FF}" dt="2026-04-22T04:06:59.683" v="114000"/>
          <ac:spMkLst>
            <pc:docMk/>
            <pc:sldMk cId="3482573342" sldId="2147473867"/>
            <ac:spMk id="49" creationId="{9B60B35F-04BF-614D-5881-CE13A01FCFEA}"/>
          </ac:spMkLst>
        </pc:spChg>
        <pc:spChg chg="mod">
          <ac:chgData name="Brendan Toole" userId="ed94c297-fe2d-4f37-abfe-8ce85054f1c1" providerId="ADAL" clId="{F886AFB8-A946-41E7-89F5-2FD2D3FD25FF}" dt="2026-04-22T04:06:51.516" v="112576"/>
          <ac:spMkLst>
            <pc:docMk/>
            <pc:sldMk cId="3482573342" sldId="2147473867"/>
            <ac:spMk id="50" creationId="{069AF271-FCC3-FA0A-7B0D-A91A9016319B}"/>
          </ac:spMkLst>
        </pc:spChg>
        <pc:spChg chg="mod ord">
          <ac:chgData name="Brendan Toole" userId="ed94c297-fe2d-4f37-abfe-8ce85054f1c1" providerId="ADAL" clId="{F886AFB8-A946-41E7-89F5-2FD2D3FD25FF}" dt="2026-04-22T04:06:54.873" v="112751" actId="207"/>
          <ac:spMkLst>
            <pc:docMk/>
            <pc:sldMk cId="3482573342" sldId="2147473867"/>
            <ac:spMk id="51" creationId="{B3DB14CC-48C1-BA85-F43B-C8C20BA04171}"/>
          </ac:spMkLst>
        </pc:spChg>
        <pc:spChg chg="mod">
          <ac:chgData name="Brendan Toole" userId="ed94c297-fe2d-4f37-abfe-8ce85054f1c1" providerId="ADAL" clId="{F886AFB8-A946-41E7-89F5-2FD2D3FD25FF}" dt="2026-04-22T04:07:01.022" v="114121"/>
          <ac:spMkLst>
            <pc:docMk/>
            <pc:sldMk cId="3482573342" sldId="2147473867"/>
            <ac:spMk id="52" creationId="{BAA506B7-25B3-A38F-A2A2-60428661FA5B}"/>
          </ac:spMkLst>
        </pc:spChg>
        <pc:spChg chg="add mod ord">
          <ac:chgData name="Brendan Toole" userId="ed94c297-fe2d-4f37-abfe-8ce85054f1c1" providerId="ADAL" clId="{F886AFB8-A946-41E7-89F5-2FD2D3FD25FF}" dt="2026-04-22T04:07:01.004" v="114096" actId="14100"/>
          <ac:spMkLst>
            <pc:docMk/>
            <pc:sldMk cId="3482573342" sldId="2147473867"/>
            <ac:spMk id="53" creationId="{0807584F-B0A4-9107-B475-1B5CF787A004}"/>
          </ac:spMkLst>
        </pc:spChg>
        <pc:spChg chg="add mod ord">
          <ac:chgData name="Brendan Toole" userId="ed94c297-fe2d-4f37-abfe-8ce85054f1c1" providerId="ADAL" clId="{F886AFB8-A946-41E7-89F5-2FD2D3FD25FF}" dt="2026-04-22T04:07:01.002" v="114094" actId="14100"/>
          <ac:spMkLst>
            <pc:docMk/>
            <pc:sldMk cId="3482573342" sldId="2147473867"/>
            <ac:spMk id="54" creationId="{1852B9B4-A970-B1D9-80AB-1D6D0B98BEC1}"/>
          </ac:spMkLst>
        </pc:spChg>
        <pc:spChg chg="add mod ord">
          <ac:chgData name="Brendan Toole" userId="ed94c297-fe2d-4f37-abfe-8ce85054f1c1" providerId="ADAL" clId="{F886AFB8-A946-41E7-89F5-2FD2D3FD25FF}" dt="2026-04-22T04:07:01" v="114092" actId="14100"/>
          <ac:spMkLst>
            <pc:docMk/>
            <pc:sldMk cId="3482573342" sldId="2147473867"/>
            <ac:spMk id="55" creationId="{BE9597B9-5A10-7FE5-F054-8E9632791883}"/>
          </ac:spMkLst>
        </pc:spChg>
        <pc:spChg chg="add mod ord">
          <ac:chgData name="Brendan Toole" userId="ed94c297-fe2d-4f37-abfe-8ce85054f1c1" providerId="ADAL" clId="{F886AFB8-A946-41E7-89F5-2FD2D3FD25FF}" dt="2026-04-22T04:07:00.998" v="114088" actId="14100"/>
          <ac:spMkLst>
            <pc:docMk/>
            <pc:sldMk cId="3482573342" sldId="2147473867"/>
            <ac:spMk id="56" creationId="{DAB8016F-2DE2-E4F1-CF7B-AFDD00138204}"/>
          </ac:spMkLst>
        </pc:spChg>
        <pc:spChg chg="add mod ord">
          <ac:chgData name="Brendan Toole" userId="ed94c297-fe2d-4f37-abfe-8ce85054f1c1" providerId="ADAL" clId="{F886AFB8-A946-41E7-89F5-2FD2D3FD25FF}" dt="2026-04-22T04:07:00.996" v="114085" actId="1076"/>
          <ac:spMkLst>
            <pc:docMk/>
            <pc:sldMk cId="3482573342" sldId="2147473867"/>
            <ac:spMk id="57" creationId="{369DB2C9-BBA3-9A50-DC0F-C47584566FDC}"/>
          </ac:spMkLst>
        </pc:spChg>
        <pc:spChg chg="add mod ord">
          <ac:chgData name="Brendan Toole" userId="ed94c297-fe2d-4f37-abfe-8ce85054f1c1" providerId="ADAL" clId="{F886AFB8-A946-41E7-89F5-2FD2D3FD25FF}" dt="2026-04-22T04:07:00.994" v="114083" actId="1076"/>
          <ac:spMkLst>
            <pc:docMk/>
            <pc:sldMk cId="3482573342" sldId="2147473867"/>
            <ac:spMk id="58" creationId="{C3E18BAD-B457-BEC3-343B-3EC047DD3FD4}"/>
          </ac:spMkLst>
        </pc:spChg>
        <pc:spChg chg="add mod ord">
          <ac:chgData name="Brendan Toole" userId="ed94c297-fe2d-4f37-abfe-8ce85054f1c1" providerId="ADAL" clId="{F886AFB8-A946-41E7-89F5-2FD2D3FD25FF}" dt="2026-04-22T04:07:00.992" v="114081" actId="1076"/>
          <ac:spMkLst>
            <pc:docMk/>
            <pc:sldMk cId="3482573342" sldId="2147473867"/>
            <ac:spMk id="59" creationId="{1BEBC9B0-0E30-E456-02C3-AF7EE65170FA}"/>
          </ac:spMkLst>
        </pc:spChg>
        <pc:spChg chg="add mod ord">
          <ac:chgData name="Brendan Toole" userId="ed94c297-fe2d-4f37-abfe-8ce85054f1c1" providerId="ADAL" clId="{F886AFB8-A946-41E7-89F5-2FD2D3FD25FF}" dt="2026-04-22T04:07:00.990" v="114079" actId="1076"/>
          <ac:spMkLst>
            <pc:docMk/>
            <pc:sldMk cId="3482573342" sldId="2147473867"/>
            <ac:spMk id="60" creationId="{3C3327F7-F110-10FB-A135-7C61DA69C676}"/>
          </ac:spMkLst>
        </pc:spChg>
        <pc:spChg chg="add mod ord">
          <ac:chgData name="Brendan Toole" userId="ed94c297-fe2d-4f37-abfe-8ce85054f1c1" providerId="ADAL" clId="{F886AFB8-A946-41E7-89F5-2FD2D3FD25FF}" dt="2026-04-22T04:07:00.990" v="114077" actId="1076"/>
          <ac:spMkLst>
            <pc:docMk/>
            <pc:sldMk cId="3482573342" sldId="2147473867"/>
            <ac:spMk id="61" creationId="{AEA60552-F3A7-7AAF-076A-767C885AC2A1}"/>
          </ac:spMkLst>
        </pc:spChg>
        <pc:spChg chg="mod">
          <ac:chgData name="Brendan Toole" userId="ed94c297-fe2d-4f37-abfe-8ce85054f1c1" providerId="ADAL" clId="{F886AFB8-A946-41E7-89F5-2FD2D3FD25FF}" dt="2026-04-22T04:06:48.146" v="112434"/>
          <ac:spMkLst>
            <pc:docMk/>
            <pc:sldMk cId="3482573342" sldId="2147473867"/>
            <ac:spMk id="228" creationId="{AA4ACFDC-DE5F-B4DE-FACC-6775D756E59F}"/>
          </ac:spMkLst>
        </pc:spChg>
        <pc:spChg chg="mod">
          <ac:chgData name="Brendan Toole" userId="ed94c297-fe2d-4f37-abfe-8ce85054f1c1" providerId="ADAL" clId="{F886AFB8-A946-41E7-89F5-2FD2D3FD25FF}" dt="2026-04-22T04:07:00.589" v="114071"/>
          <ac:spMkLst>
            <pc:docMk/>
            <pc:sldMk cId="3482573342" sldId="2147473867"/>
            <ac:spMk id="229" creationId="{AA4ACFDC-DE5F-B4DE-FACC-6775D756E59F}"/>
          </ac:spMkLst>
        </pc:spChg>
        <pc:spChg chg="mod">
          <ac:chgData name="Brendan Toole" userId="ed94c297-fe2d-4f37-abfe-8ce85054f1c1" providerId="ADAL" clId="{F886AFB8-A946-41E7-89F5-2FD2D3FD25FF}" dt="2026-04-22T04:06:48.140" v="112425"/>
          <ac:spMkLst>
            <pc:docMk/>
            <pc:sldMk cId="3482573342" sldId="2147473867"/>
            <ac:spMk id="230" creationId="{AA4ACFDC-DE5F-B4DE-FACC-6775D756E59F}"/>
          </ac:spMkLst>
        </pc:spChg>
        <pc:spChg chg="mod">
          <ac:chgData name="Brendan Toole" userId="ed94c297-fe2d-4f37-abfe-8ce85054f1c1" providerId="ADAL" clId="{F886AFB8-A946-41E7-89F5-2FD2D3FD25FF}" dt="2026-04-22T04:06:48.140" v="112426"/>
          <ac:spMkLst>
            <pc:docMk/>
            <pc:sldMk cId="3482573342" sldId="2147473867"/>
            <ac:spMk id="231" creationId="{AA4ACFDC-DE5F-B4DE-FACC-6775D756E59F}"/>
          </ac:spMkLst>
        </pc:spChg>
        <pc:spChg chg="mod">
          <ac:chgData name="Brendan Toole" userId="ed94c297-fe2d-4f37-abfe-8ce85054f1c1" providerId="ADAL" clId="{F886AFB8-A946-41E7-89F5-2FD2D3FD25FF}" dt="2026-04-22T04:07:00.589" v="114071"/>
          <ac:spMkLst>
            <pc:docMk/>
            <pc:sldMk cId="3482573342" sldId="2147473867"/>
            <ac:spMk id="232" creationId="{AA4ACFDC-DE5F-B4DE-FACC-6775D756E59F}"/>
          </ac:spMkLst>
        </pc:spChg>
        <pc:spChg chg="mod">
          <ac:chgData name="Brendan Toole" userId="ed94c297-fe2d-4f37-abfe-8ce85054f1c1" providerId="ADAL" clId="{F886AFB8-A946-41E7-89F5-2FD2D3FD25FF}" dt="2026-04-22T04:06:48.140" v="112427"/>
          <ac:spMkLst>
            <pc:docMk/>
            <pc:sldMk cId="3482573342" sldId="2147473867"/>
            <ac:spMk id="233" creationId="{AA4ACFDC-DE5F-B4DE-FACC-6775D756E59F}"/>
          </ac:spMkLst>
        </pc:spChg>
        <pc:spChg chg="mod">
          <ac:chgData name="Brendan Toole" userId="ed94c297-fe2d-4f37-abfe-8ce85054f1c1" providerId="ADAL" clId="{F886AFB8-A946-41E7-89F5-2FD2D3FD25FF}" dt="2026-04-22T04:06:48.140" v="112428"/>
          <ac:spMkLst>
            <pc:docMk/>
            <pc:sldMk cId="3482573342" sldId="2147473867"/>
            <ac:spMk id="234" creationId="{AA4ACFDC-DE5F-B4DE-FACC-6775D756E59F}"/>
          </ac:spMkLst>
        </pc:spChg>
        <pc:spChg chg="mod">
          <ac:chgData name="Brendan Toole" userId="ed94c297-fe2d-4f37-abfe-8ce85054f1c1" providerId="ADAL" clId="{F886AFB8-A946-41E7-89F5-2FD2D3FD25FF}" dt="2026-04-22T04:06:48.146" v="112429"/>
          <ac:spMkLst>
            <pc:docMk/>
            <pc:sldMk cId="3482573342" sldId="2147473867"/>
            <ac:spMk id="235" creationId="{AA4ACFDC-DE5F-B4DE-FACC-6775D756E59F}"/>
          </ac:spMkLst>
        </pc:spChg>
        <pc:spChg chg="mod">
          <ac:chgData name="Brendan Toole" userId="ed94c297-fe2d-4f37-abfe-8ce85054f1c1" providerId="ADAL" clId="{F886AFB8-A946-41E7-89F5-2FD2D3FD25FF}" dt="2026-04-22T04:07:00.589" v="114071"/>
          <ac:spMkLst>
            <pc:docMk/>
            <pc:sldMk cId="3482573342" sldId="2147473867"/>
            <ac:spMk id="236" creationId="{AA4ACFDC-DE5F-B4DE-FACC-6775D756E59F}"/>
          </ac:spMkLst>
        </pc:spChg>
        <pc:spChg chg="mod">
          <ac:chgData name="Brendan Toole" userId="ed94c297-fe2d-4f37-abfe-8ce85054f1c1" providerId="ADAL" clId="{F886AFB8-A946-41E7-89F5-2FD2D3FD25FF}" dt="2026-04-22T04:06:48.146" v="112431"/>
          <ac:spMkLst>
            <pc:docMk/>
            <pc:sldMk cId="3482573342" sldId="2147473867"/>
            <ac:spMk id="237" creationId="{AA4ACFDC-DE5F-B4DE-FACC-6775D756E59F}"/>
          </ac:spMkLst>
        </pc:spChg>
        <pc:spChg chg="mod">
          <ac:chgData name="Brendan Toole" userId="ed94c297-fe2d-4f37-abfe-8ce85054f1c1" providerId="ADAL" clId="{F886AFB8-A946-41E7-89F5-2FD2D3FD25FF}" dt="2026-04-22T04:06:48.146" v="112432"/>
          <ac:spMkLst>
            <pc:docMk/>
            <pc:sldMk cId="3482573342" sldId="2147473867"/>
            <ac:spMk id="238" creationId="{AA4ACFDC-DE5F-B4DE-FACC-6775D756E59F}"/>
          </ac:spMkLst>
        </pc:spChg>
        <pc:spChg chg="del mod">
          <ac:chgData name="Brendan Toole" userId="ed94c297-fe2d-4f37-abfe-8ce85054f1c1" providerId="ADAL" clId="{F886AFB8-A946-41E7-89F5-2FD2D3FD25FF}" dt="2026-04-22T04:05:08.022" v="108852"/>
          <ac:spMkLst>
            <pc:docMk/>
            <pc:sldMk cId="3482573342" sldId="2147473867"/>
            <ac:spMk id="251" creationId="{AA4ACFDC-DE5F-B4DE-FACC-6775D756E59F}"/>
          </ac:spMkLst>
        </pc:spChg>
        <pc:spChg chg="del mod">
          <ac:chgData name="Brendan Toole" userId="ed94c297-fe2d-4f37-abfe-8ce85054f1c1" providerId="ADAL" clId="{F886AFB8-A946-41E7-89F5-2FD2D3FD25FF}" dt="2026-04-22T04:04:51.076" v="108697"/>
          <ac:spMkLst>
            <pc:docMk/>
            <pc:sldMk cId="3482573342" sldId="2147473867"/>
            <ac:spMk id="332" creationId="{AA4ACFDC-DE5F-B4DE-FACC-6775D756E59F}"/>
          </ac:spMkLst>
        </pc:spChg>
        <pc:spChg chg="del mod">
          <ac:chgData name="Brendan Toole" userId="ed94c297-fe2d-4f37-abfe-8ce85054f1c1" providerId="ADAL" clId="{F886AFB8-A946-41E7-89F5-2FD2D3FD25FF}" dt="2026-04-22T04:04:51.074" v="108694"/>
          <ac:spMkLst>
            <pc:docMk/>
            <pc:sldMk cId="3482573342" sldId="2147473867"/>
            <ac:spMk id="333" creationId="{AA4ACFDC-DE5F-B4DE-FACC-6775D756E59F}"/>
          </ac:spMkLst>
        </pc:spChg>
        <pc:spChg chg="del mod">
          <ac:chgData name="Brendan Toole" userId="ed94c297-fe2d-4f37-abfe-8ce85054f1c1" providerId="ADAL" clId="{F886AFB8-A946-41E7-89F5-2FD2D3FD25FF}" dt="2026-04-22T04:04:51.074" v="108691"/>
          <ac:spMkLst>
            <pc:docMk/>
            <pc:sldMk cId="3482573342" sldId="2147473867"/>
            <ac:spMk id="335" creationId="{AA4ACFDC-DE5F-B4DE-FACC-6775D756E59F}"/>
          </ac:spMkLst>
        </pc:spChg>
        <pc:spChg chg="del mod">
          <ac:chgData name="Brendan Toole" userId="ed94c297-fe2d-4f37-abfe-8ce85054f1c1" providerId="ADAL" clId="{F886AFB8-A946-41E7-89F5-2FD2D3FD25FF}" dt="2026-04-22T04:04:51.070" v="108688"/>
          <ac:spMkLst>
            <pc:docMk/>
            <pc:sldMk cId="3482573342" sldId="2147473867"/>
            <ac:spMk id="336" creationId="{AA4ACFDC-DE5F-B4DE-FACC-6775D756E59F}"/>
          </ac:spMkLst>
        </pc:spChg>
        <pc:spChg chg="del mod">
          <ac:chgData name="Brendan Toole" userId="ed94c297-fe2d-4f37-abfe-8ce85054f1c1" providerId="ADAL" clId="{F886AFB8-A946-41E7-89F5-2FD2D3FD25FF}" dt="2026-04-22T04:04:51.069" v="108685"/>
          <ac:spMkLst>
            <pc:docMk/>
            <pc:sldMk cId="3482573342" sldId="2147473867"/>
            <ac:spMk id="337" creationId="{AA4ACFDC-DE5F-B4DE-FACC-6775D756E59F}"/>
          </ac:spMkLst>
        </pc:spChg>
        <pc:spChg chg="add del mod">
          <ac:chgData name="Brendan Toole" userId="ed94c297-fe2d-4f37-abfe-8ce85054f1c1" providerId="ADAL" clId="{F886AFB8-A946-41E7-89F5-2FD2D3FD25FF}" dt="2026-04-22T04:07:00.589" v="114071"/>
          <ac:spMkLst>
            <pc:docMk/>
            <pc:sldMk cId="3482573342" sldId="2147473867"/>
            <ac:spMk id="338" creationId="{AA4ACFDC-DE5F-B4DE-FACC-6775D756E59F}"/>
          </ac:spMkLst>
        </pc:spChg>
        <pc:spChg chg="del mod">
          <ac:chgData name="Brendan Toole" userId="ed94c297-fe2d-4f37-abfe-8ce85054f1c1" providerId="ADAL" clId="{F886AFB8-A946-41E7-89F5-2FD2D3FD25FF}" dt="2026-04-22T04:04:51.065" v="108679"/>
          <ac:spMkLst>
            <pc:docMk/>
            <pc:sldMk cId="3482573342" sldId="2147473867"/>
            <ac:spMk id="339" creationId="{AA4ACFDC-DE5F-B4DE-FACC-6775D756E59F}"/>
          </ac:spMkLst>
        </pc:spChg>
        <pc:spChg chg="del mod">
          <ac:chgData name="Brendan Toole" userId="ed94c297-fe2d-4f37-abfe-8ce85054f1c1" providerId="ADAL" clId="{F886AFB8-A946-41E7-89F5-2FD2D3FD25FF}" dt="2026-04-22T04:04:51.063" v="108676"/>
          <ac:spMkLst>
            <pc:docMk/>
            <pc:sldMk cId="3482573342" sldId="2147473867"/>
            <ac:spMk id="340" creationId="{AA4ACFDC-DE5F-B4DE-FACC-6775D756E59F}"/>
          </ac:spMkLst>
        </pc:spChg>
        <pc:spChg chg="del mod">
          <ac:chgData name="Brendan Toole" userId="ed94c297-fe2d-4f37-abfe-8ce85054f1c1" providerId="ADAL" clId="{F886AFB8-A946-41E7-89F5-2FD2D3FD25FF}" dt="2026-04-22T04:04:51.063" v="108673"/>
          <ac:spMkLst>
            <pc:docMk/>
            <pc:sldMk cId="3482573342" sldId="2147473867"/>
            <ac:spMk id="341" creationId="{AA4ACFDC-DE5F-B4DE-FACC-6775D756E59F}"/>
          </ac:spMkLst>
        </pc:spChg>
        <pc:spChg chg="del mod">
          <ac:chgData name="Brendan Toole" userId="ed94c297-fe2d-4f37-abfe-8ce85054f1c1" providerId="ADAL" clId="{F886AFB8-A946-41E7-89F5-2FD2D3FD25FF}" dt="2026-04-22T04:04:51.057" v="108670"/>
          <ac:spMkLst>
            <pc:docMk/>
            <pc:sldMk cId="3482573342" sldId="2147473867"/>
            <ac:spMk id="342" creationId="{AA4ACFDC-DE5F-B4DE-FACC-6775D756E59F}"/>
          </ac:spMkLst>
        </pc:spChg>
        <pc:spChg chg="mod ord">
          <ac:chgData name="Brendan Toole" userId="ed94c297-fe2d-4f37-abfe-8ce85054f1c1" providerId="ADAL" clId="{F886AFB8-A946-41E7-89F5-2FD2D3FD25FF}" dt="2026-04-22T04:06:59.402" v="113600"/>
          <ac:spMkLst>
            <pc:docMk/>
            <pc:sldMk cId="3482573342" sldId="2147473867"/>
            <ac:spMk id="353" creationId="{00000000-0000-0000-0000-000000000000}"/>
          </ac:spMkLst>
        </pc:spChg>
        <pc:spChg chg="mod ord">
          <ac:chgData name="Brendan Toole" userId="ed94c297-fe2d-4f37-abfe-8ce85054f1c1" providerId="ADAL" clId="{F886AFB8-A946-41E7-89F5-2FD2D3FD25FF}" dt="2026-04-22T04:06:59.402" v="113599"/>
          <ac:spMkLst>
            <pc:docMk/>
            <pc:sldMk cId="3482573342" sldId="2147473867"/>
            <ac:spMk id="354" creationId="{00000000-0000-0000-0000-000000000000}"/>
          </ac:spMkLst>
        </pc:spChg>
        <pc:spChg chg="mod ord">
          <ac:chgData name="Brendan Toole" userId="ed94c297-fe2d-4f37-abfe-8ce85054f1c1" providerId="ADAL" clId="{F886AFB8-A946-41E7-89F5-2FD2D3FD25FF}" dt="2026-04-22T04:06:59.402" v="113598"/>
          <ac:spMkLst>
            <pc:docMk/>
            <pc:sldMk cId="3482573342" sldId="2147473867"/>
            <ac:spMk id="355" creationId="{00000000-0000-0000-0000-000000000000}"/>
          </ac:spMkLst>
        </pc:spChg>
        <pc:spChg chg="mod ord">
          <ac:chgData name="Brendan Toole" userId="ed94c297-fe2d-4f37-abfe-8ce85054f1c1" providerId="ADAL" clId="{F886AFB8-A946-41E7-89F5-2FD2D3FD25FF}" dt="2026-04-22T04:06:59.402" v="113597"/>
          <ac:spMkLst>
            <pc:docMk/>
            <pc:sldMk cId="3482573342" sldId="2147473867"/>
            <ac:spMk id="356" creationId="{00000000-0000-0000-0000-000000000000}"/>
          </ac:spMkLst>
        </pc:spChg>
        <pc:spChg chg="mod ord">
          <ac:chgData name="Brendan Toole" userId="ed94c297-fe2d-4f37-abfe-8ce85054f1c1" providerId="ADAL" clId="{F886AFB8-A946-41E7-89F5-2FD2D3FD25FF}" dt="2026-04-22T04:06:59.400" v="113596"/>
          <ac:spMkLst>
            <pc:docMk/>
            <pc:sldMk cId="3482573342" sldId="2147473867"/>
            <ac:spMk id="357" creationId="{00000000-0000-0000-0000-000000000000}"/>
          </ac:spMkLst>
        </pc:spChg>
        <pc:spChg chg="mod ord">
          <ac:chgData name="Brendan Toole" userId="ed94c297-fe2d-4f37-abfe-8ce85054f1c1" providerId="ADAL" clId="{F886AFB8-A946-41E7-89F5-2FD2D3FD25FF}" dt="2026-04-22T04:06:59.683" v="114000"/>
          <ac:spMkLst>
            <pc:docMk/>
            <pc:sldMk cId="3482573342" sldId="2147473867"/>
            <ac:spMk id="358" creationId="{00000000-0000-0000-0000-000000000000}"/>
          </ac:spMkLst>
        </pc:spChg>
        <pc:spChg chg="mod ord">
          <ac:chgData name="Brendan Toole" userId="ed94c297-fe2d-4f37-abfe-8ce85054f1c1" providerId="ADAL" clId="{F886AFB8-A946-41E7-89F5-2FD2D3FD25FF}" dt="2026-04-22T04:06:59.400" v="113594"/>
          <ac:spMkLst>
            <pc:docMk/>
            <pc:sldMk cId="3482573342" sldId="2147473867"/>
            <ac:spMk id="359" creationId="{00000000-0000-0000-0000-000000000000}"/>
          </ac:spMkLst>
        </pc:spChg>
        <pc:spChg chg="mod ord">
          <ac:chgData name="Brendan Toole" userId="ed94c297-fe2d-4f37-abfe-8ce85054f1c1" providerId="ADAL" clId="{F886AFB8-A946-41E7-89F5-2FD2D3FD25FF}" dt="2026-04-22T04:06:59.400" v="113593"/>
          <ac:spMkLst>
            <pc:docMk/>
            <pc:sldMk cId="3482573342" sldId="2147473867"/>
            <ac:spMk id="360" creationId="{00000000-0000-0000-0000-000000000000}"/>
          </ac:spMkLst>
        </pc:spChg>
        <pc:graphicFrameChg chg="mod">
          <ac:chgData name="Brendan Toole" userId="ed94c297-fe2d-4f37-abfe-8ce85054f1c1" providerId="ADAL" clId="{F886AFB8-A946-41E7-89F5-2FD2D3FD25FF}" dt="2026-04-22T04:07:01.039" v="114123"/>
          <ac:graphicFrameMkLst>
            <pc:docMk/>
            <pc:sldMk cId="3482573342" sldId="2147473867"/>
            <ac:graphicFrameMk id="6" creationId="{88C30302-D681-3F88-3DB7-82EA875AF07A}"/>
          </ac:graphicFrameMkLst>
        </pc:graphicFrameChg>
        <pc:cxnChg chg="mod ord">
          <ac:chgData name="Brendan Toole" userId="ed94c297-fe2d-4f37-abfe-8ce85054f1c1" providerId="ADAL" clId="{F886AFB8-A946-41E7-89F5-2FD2D3FD25FF}" dt="2026-04-22T04:07:00.996" v="114086" actId="14100"/>
          <ac:cxnSpMkLst>
            <pc:docMk/>
            <pc:sldMk cId="3482573342" sldId="2147473867"/>
            <ac:cxnSpMk id="33" creationId="{26BB8B80-98A4-EF26-A3CC-10A230FFBAE6}"/>
          </ac:cxnSpMkLst>
        </pc:cxnChg>
        <pc:cxnChg chg="mod ord">
          <ac:chgData name="Brendan Toole" userId="ed94c297-fe2d-4f37-abfe-8ce85054f1c1" providerId="ADAL" clId="{F886AFB8-A946-41E7-89F5-2FD2D3FD25FF}" dt="2026-04-22T04:07:00.998" v="114090" actId="14100"/>
          <ac:cxnSpMkLst>
            <pc:docMk/>
            <pc:sldMk cId="3482573342" sldId="2147473867"/>
            <ac:cxnSpMk id="215" creationId="{D013D65B-C5B9-C191-C25E-46A7C8DD1F9E}"/>
          </ac:cxnSpMkLst>
        </pc:cxnChg>
        <pc:cxnChg chg="mod ord">
          <ac:chgData name="Brendan Toole" userId="ed94c297-fe2d-4f37-abfe-8ce85054f1c1" providerId="ADAL" clId="{F886AFB8-A946-41E7-89F5-2FD2D3FD25FF}" dt="2026-04-22T04:07:00.539" v="114022" actId="14100"/>
          <ac:cxnSpMkLst>
            <pc:docMk/>
            <pc:sldMk cId="3482573342" sldId="2147473867"/>
            <ac:cxnSpMk id="239" creationId="{8A977974-7BC4-E3A6-047F-B191CF4A9E3F}"/>
          </ac:cxnSpMkLst>
        </pc:cxnChg>
        <pc:cxnChg chg="mod ord">
          <ac:chgData name="Brendan Toole" userId="ed94c297-fe2d-4f37-abfe-8ce85054f1c1" providerId="ADAL" clId="{F886AFB8-A946-41E7-89F5-2FD2D3FD25FF}" dt="2026-04-22T04:06:59.416" v="113626"/>
          <ac:cxnSpMkLst>
            <pc:docMk/>
            <pc:sldMk cId="3482573342" sldId="2147473867"/>
            <ac:cxnSpMk id="240" creationId="{35A79939-1FD8-4BB8-8CE6-FD8FE67A3607}"/>
          </ac:cxnSpMkLst>
        </pc:cxnChg>
        <pc:cxnChg chg="mod ord">
          <ac:chgData name="Brendan Toole" userId="ed94c297-fe2d-4f37-abfe-8ce85054f1c1" providerId="ADAL" clId="{F886AFB8-A946-41E7-89F5-2FD2D3FD25FF}" dt="2026-04-22T04:07:00.539" v="114020" actId="1076"/>
          <ac:cxnSpMkLst>
            <pc:docMk/>
            <pc:sldMk cId="3482573342" sldId="2147473867"/>
            <ac:cxnSpMk id="241" creationId="{F2E262FE-3FD1-849D-8147-AAACD1338369}"/>
          </ac:cxnSpMkLst>
        </pc:cxnChg>
        <pc:cxnChg chg="mod ord">
          <ac:chgData name="Brendan Toole" userId="ed94c297-fe2d-4f37-abfe-8ce85054f1c1" providerId="ADAL" clId="{F886AFB8-A946-41E7-89F5-2FD2D3FD25FF}" dt="2026-04-22T04:07:00.539" v="114019" actId="1076"/>
          <ac:cxnSpMkLst>
            <pc:docMk/>
            <pc:sldMk cId="3482573342" sldId="2147473867"/>
            <ac:cxnSpMk id="242" creationId="{1D93DD5B-2614-7715-7443-724E212AE78F}"/>
          </ac:cxnSpMkLst>
        </pc:cxnChg>
        <pc:cxnChg chg="mod ord">
          <ac:chgData name="Brendan Toole" userId="ed94c297-fe2d-4f37-abfe-8ce85054f1c1" providerId="ADAL" clId="{F886AFB8-A946-41E7-89F5-2FD2D3FD25FF}" dt="2026-04-22T04:07:00.539" v="114018" actId="1076"/>
          <ac:cxnSpMkLst>
            <pc:docMk/>
            <pc:sldMk cId="3482573342" sldId="2147473867"/>
            <ac:cxnSpMk id="243" creationId="{1E147B98-0C43-5163-FADA-A44B1FA2059A}"/>
          </ac:cxnSpMkLst>
        </pc:cxnChg>
        <pc:cxnChg chg="mod ord">
          <ac:chgData name="Brendan Toole" userId="ed94c297-fe2d-4f37-abfe-8ce85054f1c1" providerId="ADAL" clId="{F886AFB8-A946-41E7-89F5-2FD2D3FD25FF}" dt="2026-04-22T04:07:00.539" v="114017" actId="1076"/>
          <ac:cxnSpMkLst>
            <pc:docMk/>
            <pc:sldMk cId="3482573342" sldId="2147473867"/>
            <ac:cxnSpMk id="244" creationId="{FBF9E912-DC4F-F207-B7DC-B71D7B395A03}"/>
          </ac:cxnSpMkLst>
        </pc:cxnChg>
        <pc:cxnChg chg="mod ord">
          <ac:chgData name="Brendan Toole" userId="ed94c297-fe2d-4f37-abfe-8ce85054f1c1" providerId="ADAL" clId="{F886AFB8-A946-41E7-89F5-2FD2D3FD25FF}" dt="2026-04-22T04:07:00.539" v="114016" actId="1076"/>
          <ac:cxnSpMkLst>
            <pc:docMk/>
            <pc:sldMk cId="3482573342" sldId="2147473867"/>
            <ac:cxnSpMk id="245" creationId="{173A4BE6-10E1-B29F-723F-838C854574DB}"/>
          </ac:cxnSpMkLst>
        </pc:cxnChg>
        <pc:cxnChg chg="mod ord">
          <ac:chgData name="Brendan Toole" userId="ed94c297-fe2d-4f37-abfe-8ce85054f1c1" providerId="ADAL" clId="{F886AFB8-A946-41E7-89F5-2FD2D3FD25FF}" dt="2026-04-22T04:07:00.539" v="114015" actId="1076"/>
          <ac:cxnSpMkLst>
            <pc:docMk/>
            <pc:sldMk cId="3482573342" sldId="2147473867"/>
            <ac:cxnSpMk id="246" creationId="{8B55D47B-631F-2F08-62F2-DB59D2193761}"/>
          </ac:cxnSpMkLst>
        </pc:cxnChg>
        <pc:cxnChg chg="mod ord">
          <ac:chgData name="Brendan Toole" userId="ed94c297-fe2d-4f37-abfe-8ce85054f1c1" providerId="ADAL" clId="{F886AFB8-A946-41E7-89F5-2FD2D3FD25FF}" dt="2026-04-22T04:07:00.539" v="114014" actId="1076"/>
          <ac:cxnSpMkLst>
            <pc:docMk/>
            <pc:sldMk cId="3482573342" sldId="2147473867"/>
            <ac:cxnSpMk id="247" creationId="{8F9B9A80-5625-9EC1-0C41-3ABD2A3D863E}"/>
          </ac:cxnSpMkLst>
        </pc:cxnChg>
        <pc:cxnChg chg="mod ord">
          <ac:chgData name="Brendan Toole" userId="ed94c297-fe2d-4f37-abfe-8ce85054f1c1" providerId="ADAL" clId="{F886AFB8-A946-41E7-89F5-2FD2D3FD25FF}" dt="2026-04-22T04:07:00.539" v="114013" actId="1076"/>
          <ac:cxnSpMkLst>
            <pc:docMk/>
            <pc:sldMk cId="3482573342" sldId="2147473867"/>
            <ac:cxnSpMk id="248" creationId="{3ECA85DD-2386-D5DD-B6BB-1920DB63B2B4}"/>
          </ac:cxnSpMkLst>
        </pc:cxnChg>
        <pc:cxnChg chg="mod ord">
          <ac:chgData name="Brendan Toole" userId="ed94c297-fe2d-4f37-abfe-8ce85054f1c1" providerId="ADAL" clId="{F886AFB8-A946-41E7-89F5-2FD2D3FD25FF}" dt="2026-04-22T04:07:00.539" v="114012" actId="1076"/>
          <ac:cxnSpMkLst>
            <pc:docMk/>
            <pc:sldMk cId="3482573342" sldId="2147473867"/>
            <ac:cxnSpMk id="249" creationId="{4DA8E3AB-A131-121B-D4ED-E394535D56AA}"/>
          </ac:cxnSpMkLst>
        </pc:cxnChg>
        <pc:cxnChg chg="mod ord">
          <ac:chgData name="Brendan Toole" userId="ed94c297-fe2d-4f37-abfe-8ce85054f1c1" providerId="ADAL" clId="{F886AFB8-A946-41E7-89F5-2FD2D3FD25FF}" dt="2026-04-22T04:07:00.539" v="114011" actId="1076"/>
          <ac:cxnSpMkLst>
            <pc:docMk/>
            <pc:sldMk cId="3482573342" sldId="2147473867"/>
            <ac:cxnSpMk id="250" creationId="{27725F37-8F43-ACE7-1AF6-00561BD120E3}"/>
          </ac:cxnSpMkLst>
        </pc:cxnChg>
        <pc:cxnChg chg="mod ord">
          <ac:chgData name="Brendan Toole" userId="ed94c297-fe2d-4f37-abfe-8ce85054f1c1" providerId="ADAL" clId="{F886AFB8-A946-41E7-89F5-2FD2D3FD25FF}" dt="2026-04-22T04:06:59.429" v="113649"/>
          <ac:cxnSpMkLst>
            <pc:docMk/>
            <pc:sldMk cId="3482573342" sldId="2147473867"/>
            <ac:cxnSpMk id="306" creationId="{00000000-0000-0000-0000-000000000000}"/>
          </ac:cxnSpMkLst>
        </pc:cxnChg>
        <pc:cxnChg chg="mod ord">
          <ac:chgData name="Brendan Toole" userId="ed94c297-fe2d-4f37-abfe-8ce85054f1c1" providerId="ADAL" clId="{F886AFB8-A946-41E7-89F5-2FD2D3FD25FF}" dt="2026-04-22T04:06:59.429" v="113648"/>
          <ac:cxnSpMkLst>
            <pc:docMk/>
            <pc:sldMk cId="3482573342" sldId="2147473867"/>
            <ac:cxnSpMk id="308" creationId="{00000000-0000-0000-0000-000000000000}"/>
          </ac:cxnSpMkLst>
        </pc:cxnChg>
        <pc:cxnChg chg="add del mod ord">
          <ac:chgData name="Brendan Toole" userId="ed94c297-fe2d-4f37-abfe-8ce85054f1c1" providerId="ADAL" clId="{F886AFB8-A946-41E7-89F5-2FD2D3FD25FF}" dt="2026-04-22T04:07:00.572" v="114061" actId="478"/>
          <ac:cxnSpMkLst>
            <pc:docMk/>
            <pc:sldMk cId="3482573342" sldId="2147473867"/>
            <ac:cxnSpMk id="343" creationId="{4413C74F-4006-69C0-AAE5-ACA507AF1FDA}"/>
          </ac:cxnSpMkLst>
        </pc:cxnChg>
        <pc:cxnChg chg="add del mod ord">
          <ac:chgData name="Brendan Toole" userId="ed94c297-fe2d-4f37-abfe-8ce85054f1c1" providerId="ADAL" clId="{F886AFB8-A946-41E7-89F5-2FD2D3FD25FF}" dt="2026-04-22T04:07:00.572" v="114062" actId="478"/>
          <ac:cxnSpMkLst>
            <pc:docMk/>
            <pc:sldMk cId="3482573342" sldId="2147473867"/>
            <ac:cxnSpMk id="344" creationId="{558BE939-7753-1E60-47D1-269D99FF0746}"/>
          </ac:cxnSpMkLst>
        </pc:cxnChg>
        <pc:cxnChg chg="add del mod ord">
          <ac:chgData name="Brendan Toole" userId="ed94c297-fe2d-4f37-abfe-8ce85054f1c1" providerId="ADAL" clId="{F886AFB8-A946-41E7-89F5-2FD2D3FD25FF}" dt="2026-04-22T04:07:00.572" v="114063" actId="478"/>
          <ac:cxnSpMkLst>
            <pc:docMk/>
            <pc:sldMk cId="3482573342" sldId="2147473867"/>
            <ac:cxnSpMk id="345" creationId="{854C74A6-FBF7-1973-7F8A-92FF20926ED8}"/>
          </ac:cxnSpMkLst>
        </pc:cxnChg>
        <pc:cxnChg chg="add del mod ord">
          <ac:chgData name="Brendan Toole" userId="ed94c297-fe2d-4f37-abfe-8ce85054f1c1" providerId="ADAL" clId="{F886AFB8-A946-41E7-89F5-2FD2D3FD25FF}" dt="2026-04-22T04:07:00.572" v="114064" actId="478"/>
          <ac:cxnSpMkLst>
            <pc:docMk/>
            <pc:sldMk cId="3482573342" sldId="2147473867"/>
            <ac:cxnSpMk id="346" creationId="{1854EE3A-FBD2-1783-43D2-4A8C70636F49}"/>
          </ac:cxnSpMkLst>
        </pc:cxnChg>
        <pc:cxnChg chg="add del mod ord">
          <ac:chgData name="Brendan Toole" userId="ed94c297-fe2d-4f37-abfe-8ce85054f1c1" providerId="ADAL" clId="{F886AFB8-A946-41E7-89F5-2FD2D3FD25FF}" dt="2026-04-22T04:07:00.580" v="114065" actId="478"/>
          <ac:cxnSpMkLst>
            <pc:docMk/>
            <pc:sldMk cId="3482573342" sldId="2147473867"/>
            <ac:cxnSpMk id="347" creationId="{C6B69B42-8AB4-57B3-0396-AFFECEEFA701}"/>
          </ac:cxnSpMkLst>
        </pc:cxnChg>
        <pc:cxnChg chg="add del mod ord">
          <ac:chgData name="Brendan Toole" userId="ed94c297-fe2d-4f37-abfe-8ce85054f1c1" providerId="ADAL" clId="{F886AFB8-A946-41E7-89F5-2FD2D3FD25FF}" dt="2026-04-22T04:07:00.582" v="114066" actId="478"/>
          <ac:cxnSpMkLst>
            <pc:docMk/>
            <pc:sldMk cId="3482573342" sldId="2147473867"/>
            <ac:cxnSpMk id="348" creationId="{530DF891-AAAA-EF83-2731-0C94335A9AE5}"/>
          </ac:cxnSpMkLst>
        </pc:cxnChg>
        <pc:cxnChg chg="add del mod ord">
          <ac:chgData name="Brendan Toole" userId="ed94c297-fe2d-4f37-abfe-8ce85054f1c1" providerId="ADAL" clId="{F886AFB8-A946-41E7-89F5-2FD2D3FD25FF}" dt="2026-04-22T04:07:00.584" v="114067" actId="478"/>
          <ac:cxnSpMkLst>
            <pc:docMk/>
            <pc:sldMk cId="3482573342" sldId="2147473867"/>
            <ac:cxnSpMk id="349" creationId="{3AE66D79-846F-3A8B-B3B2-B3942C869B4B}"/>
          </ac:cxnSpMkLst>
        </pc:cxnChg>
        <pc:cxnChg chg="add del mod ord">
          <ac:chgData name="Brendan Toole" userId="ed94c297-fe2d-4f37-abfe-8ce85054f1c1" providerId="ADAL" clId="{F886AFB8-A946-41E7-89F5-2FD2D3FD25FF}" dt="2026-04-22T04:07:00.584" v="114068" actId="478"/>
          <ac:cxnSpMkLst>
            <pc:docMk/>
            <pc:sldMk cId="3482573342" sldId="2147473867"/>
            <ac:cxnSpMk id="350" creationId="{79920E62-59A8-9D0C-1A72-0E7348339934}"/>
          </ac:cxnSpMkLst>
        </pc:cxnChg>
        <pc:cxnChg chg="add del mod ord">
          <ac:chgData name="Brendan Toole" userId="ed94c297-fe2d-4f37-abfe-8ce85054f1c1" providerId="ADAL" clId="{F886AFB8-A946-41E7-89F5-2FD2D3FD25FF}" dt="2026-04-22T04:07:00.586" v="114069" actId="478"/>
          <ac:cxnSpMkLst>
            <pc:docMk/>
            <pc:sldMk cId="3482573342" sldId="2147473867"/>
            <ac:cxnSpMk id="351" creationId="{43C60FC5-E003-C7D6-7FBD-98F12C2995AE}"/>
          </ac:cxnSpMkLst>
        </pc:cxnChg>
        <pc:cxnChg chg="add del mod ord">
          <ac:chgData name="Brendan Toole" userId="ed94c297-fe2d-4f37-abfe-8ce85054f1c1" providerId="ADAL" clId="{F886AFB8-A946-41E7-89F5-2FD2D3FD25FF}" dt="2026-04-22T04:07:00.588" v="114070" actId="478"/>
          <ac:cxnSpMkLst>
            <pc:docMk/>
            <pc:sldMk cId="3482573342" sldId="2147473867"/>
            <ac:cxnSpMk id="352" creationId="{2EFA5DE7-C114-5D97-7B32-D63FADEA5229}"/>
          </ac:cxnSpMkLst>
        </pc:cxnChg>
      </pc:sldChg>
      <pc:sldChg chg="del">
        <pc:chgData name="Brendan Toole" userId="ed94c297-fe2d-4f37-abfe-8ce85054f1c1" providerId="ADAL" clId="{F886AFB8-A946-41E7-89F5-2FD2D3FD25FF}" dt="2026-04-24T18:17:30.174" v="114434" actId="47"/>
        <pc:sldMkLst>
          <pc:docMk/>
          <pc:sldMk cId="1459534880" sldId="2147473868"/>
        </pc:sldMkLst>
      </pc:sldChg>
      <pc:sldMasterChg chg="modSldLayout">
        <pc:chgData name="Brendan Toole" userId="ed94c297-fe2d-4f37-abfe-8ce85054f1c1" providerId="ADAL" clId="{F886AFB8-A946-41E7-89F5-2FD2D3FD25FF}" dt="2026-04-22T04:02:02.008" v="105006"/>
        <pc:sldMasterMkLst>
          <pc:docMk/>
          <pc:sldMasterMk cId="833979895" sldId="2147483648"/>
        </pc:sldMasterMkLst>
        <pc:sldLayoutChg chg="addSp delSp modSp mod">
          <pc:chgData name="Brendan Toole" userId="ed94c297-fe2d-4f37-abfe-8ce85054f1c1" providerId="ADAL" clId="{F886AFB8-A946-41E7-89F5-2FD2D3FD25FF}" dt="2026-04-22T04:02:02.008" v="105006"/>
          <pc:sldLayoutMkLst>
            <pc:docMk/>
            <pc:sldMasterMk cId="833979895" sldId="2147483648"/>
            <pc:sldLayoutMk cId="3665298185" sldId="2147483661"/>
          </pc:sldLayoutMkLst>
          <pc:spChg chg="add mod modVis">
            <ac:chgData name="Brendan Toole" userId="ed94c297-fe2d-4f37-abfe-8ce85054f1c1" providerId="ADAL" clId="{F886AFB8-A946-41E7-89F5-2FD2D3FD25FF}" dt="2026-04-22T04:02:02.008" v="105006"/>
            <ac:spMkLst>
              <pc:docMk/>
              <pc:sldMasterMk cId="833979895" sldId="2147483648"/>
              <pc:sldLayoutMk cId="3665298185" sldId="2147483661"/>
              <ac:spMk id="4" creationId="{75ED1D9C-4771-1643-BB4A-B052187087AB}"/>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089260-FFDC-ACB8-BCF1-068EB1C89906}"/>
              </a:ext>
            </a:extLst>
          </p:cNvPr>
          <p:cNvSpPr>
            <a:spLocks noGrp="1"/>
          </p:cNvSpPr>
          <p:nvPr>
            <p:ph type="hdr" sz="quarter"/>
          </p:nvPr>
        </p:nvSpPr>
        <p:spPr>
          <a:xfrm>
            <a:off x="0" y="0"/>
            <a:ext cx="3004820" cy="462612"/>
          </a:xfrm>
          <a:prstGeom prst="rect">
            <a:avLst/>
          </a:prstGeom>
        </p:spPr>
        <p:txBody>
          <a:bodyPr vert="horz" lIns="92307" tIns="46153" rIns="92307" bIns="46153"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643A5DF1-22B5-D7F4-8DD9-4E9163C0FC69}"/>
              </a:ext>
            </a:extLst>
          </p:cNvPr>
          <p:cNvSpPr>
            <a:spLocks noGrp="1"/>
          </p:cNvSpPr>
          <p:nvPr>
            <p:ph type="dt" sz="quarter" idx="1"/>
          </p:nvPr>
        </p:nvSpPr>
        <p:spPr>
          <a:xfrm>
            <a:off x="3927776" y="0"/>
            <a:ext cx="3004820" cy="462612"/>
          </a:xfrm>
          <a:prstGeom prst="rect">
            <a:avLst/>
          </a:prstGeom>
        </p:spPr>
        <p:txBody>
          <a:bodyPr vert="horz" lIns="92307" tIns="46153" rIns="92307" bIns="46153" rtlCol="0"/>
          <a:lstStyle>
            <a:lvl1pPr algn="r">
              <a:defRPr sz="1200"/>
            </a:lvl1pPr>
          </a:lstStyle>
          <a:p>
            <a:fld id="{8ACBDEED-51C7-9D44-8B0E-E5493C8A1496}" type="datetimeFigureOut">
              <a:rPr lang="en-US">
                <a:latin typeface="Arial" panose="020B0604020202020204" pitchFamily="34" charset="0"/>
              </a:rPr>
              <a:t>4/24/2026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DEC47FAF-D37A-224A-66D0-52EE626BCDE9}"/>
              </a:ext>
            </a:extLst>
          </p:cNvPr>
          <p:cNvSpPr>
            <a:spLocks noGrp="1"/>
          </p:cNvSpPr>
          <p:nvPr>
            <p:ph type="ftr" sz="quarter" idx="2"/>
          </p:nvPr>
        </p:nvSpPr>
        <p:spPr>
          <a:xfrm>
            <a:off x="0" y="8757591"/>
            <a:ext cx="3004820" cy="462611"/>
          </a:xfrm>
          <a:prstGeom prst="rect">
            <a:avLst/>
          </a:prstGeom>
        </p:spPr>
        <p:txBody>
          <a:bodyPr vert="horz" lIns="92307" tIns="46153" rIns="92307" bIns="46153"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68290492-7834-CBB7-F06C-0C17D10FBB1C}"/>
              </a:ext>
            </a:extLst>
          </p:cNvPr>
          <p:cNvSpPr>
            <a:spLocks noGrp="1"/>
          </p:cNvSpPr>
          <p:nvPr>
            <p:ph type="sldNum" sz="quarter" idx="3"/>
          </p:nvPr>
        </p:nvSpPr>
        <p:spPr>
          <a:xfrm>
            <a:off x="3927776" y="8757591"/>
            <a:ext cx="3004820" cy="462611"/>
          </a:xfrm>
          <a:prstGeom prst="rect">
            <a:avLst/>
          </a:prstGeom>
        </p:spPr>
        <p:txBody>
          <a:bodyPr vert="horz" lIns="92307" tIns="46153" rIns="92307" bIns="46153" rtlCol="0" anchor="b"/>
          <a:lstStyle>
            <a:lvl1pPr algn="r">
              <a:defRPr sz="1200"/>
            </a:lvl1pPr>
          </a:lstStyle>
          <a:p>
            <a:fld id="{89B20CC8-1D49-1F4A-B7DF-0C6E98397D09}" type="slidenum">
              <a:rPr>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3602294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2"/>
          </a:xfrm>
          <a:prstGeom prst="rect">
            <a:avLst/>
          </a:prstGeom>
        </p:spPr>
        <p:txBody>
          <a:bodyPr vert="horz" lIns="92307" tIns="46153" rIns="92307" bIns="46153"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927776" y="0"/>
            <a:ext cx="3004820" cy="462612"/>
          </a:xfrm>
          <a:prstGeom prst="rect">
            <a:avLst/>
          </a:prstGeom>
        </p:spPr>
        <p:txBody>
          <a:bodyPr vert="horz" lIns="92307" tIns="46153" rIns="92307" bIns="46153" rtlCol="0"/>
          <a:lstStyle>
            <a:lvl1pPr algn="r">
              <a:defRPr sz="1200" b="0" i="0">
                <a:latin typeface="Arial" panose="020B0604020202020204" pitchFamily="34" charset="0"/>
              </a:defRPr>
            </a:lvl1pPr>
          </a:lstStyle>
          <a:p>
            <a:fld id="{5B4268E9-1808-E146-9ECA-6825D8520A05}" type="datetimeFigureOut">
              <a:rPr lang="en-US" smtClean="0"/>
              <a:pPr/>
              <a:t>4/24/2026</a:t>
            </a:fld>
            <a:endParaRPr lang="en-US"/>
          </a:p>
        </p:txBody>
      </p:sp>
      <p:sp>
        <p:nvSpPr>
          <p:cNvPr id="4" name="Slide Image Placeholder 3"/>
          <p:cNvSpPr>
            <a:spLocks noGrp="1" noRot="1" noChangeAspect="1"/>
          </p:cNvSpPr>
          <p:nvPr>
            <p:ph type="sldImg" idx="2"/>
          </p:nvPr>
        </p:nvSpPr>
        <p:spPr>
          <a:xfrm>
            <a:off x="701675" y="1152525"/>
            <a:ext cx="5530850" cy="3111500"/>
          </a:xfrm>
          <a:prstGeom prst="rect">
            <a:avLst/>
          </a:prstGeom>
          <a:noFill/>
          <a:ln w="12700">
            <a:solidFill>
              <a:prstClr val="black"/>
            </a:solidFill>
          </a:ln>
        </p:spPr>
        <p:txBody>
          <a:bodyPr vert="horz" lIns="92307" tIns="46153" rIns="92307" bIns="46153" rtlCol="0" anchor="ctr"/>
          <a:lstStyle/>
          <a:p>
            <a:endParaRPr lang="en-US"/>
          </a:p>
        </p:txBody>
      </p:sp>
      <p:sp>
        <p:nvSpPr>
          <p:cNvPr id="5" name="Notes Placeholder 4"/>
          <p:cNvSpPr>
            <a:spLocks noGrp="1"/>
          </p:cNvSpPr>
          <p:nvPr>
            <p:ph type="body" sz="quarter" idx="3"/>
          </p:nvPr>
        </p:nvSpPr>
        <p:spPr>
          <a:xfrm>
            <a:off x="693420" y="4437221"/>
            <a:ext cx="5547360" cy="3630454"/>
          </a:xfrm>
          <a:prstGeom prst="rect">
            <a:avLst/>
          </a:prstGeom>
        </p:spPr>
        <p:txBody>
          <a:bodyPr vert="horz" lIns="92307" tIns="46153" rIns="92307" bIns="4615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1"/>
            <a:ext cx="3004820" cy="462611"/>
          </a:xfrm>
          <a:prstGeom prst="rect">
            <a:avLst/>
          </a:prstGeom>
        </p:spPr>
        <p:txBody>
          <a:bodyPr vert="horz" lIns="92307" tIns="46153" rIns="92307" bIns="46153"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927776" y="8757591"/>
            <a:ext cx="3004820" cy="462611"/>
          </a:xfrm>
          <a:prstGeom prst="rect">
            <a:avLst/>
          </a:prstGeom>
        </p:spPr>
        <p:txBody>
          <a:bodyPr vert="horz" lIns="92307" tIns="46153" rIns="92307" bIns="46153" rtlCol="0" anchor="b"/>
          <a:lstStyle>
            <a:lvl1pPr algn="r">
              <a:defRPr sz="1200" b="0" i="0">
                <a:latin typeface="Arial" panose="020B0604020202020204" pitchFamily="34" charset="0"/>
              </a:defRPr>
            </a:lvl1pPr>
          </a:lstStyle>
          <a:p>
            <a:fld id="{C54FA6BE-0F63-9D40-9EC2-05E9C4B375E1}" type="slidenum">
              <a:rPr lang="en-US" smtClean="0"/>
              <a:pPr/>
              <a:t>‹#›</a:t>
            </a:fld>
            <a:endParaRPr lang="en-US"/>
          </a:p>
        </p:txBody>
      </p:sp>
    </p:spTree>
    <p:extLst>
      <p:ext uri="{BB962C8B-B14F-4D97-AF65-F5344CB8AC3E}">
        <p14:creationId xmlns:p14="http://schemas.microsoft.com/office/powerpoint/2010/main" val="4079476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2"/>
        </a:solidFill>
        <a:effectLst/>
      </p:bgPr>
    </p:bg>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3327CDF3-8904-8D07-3F38-A60798C81A20}"/>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8F9821A-4B30-6139-EBCB-945709326B17}"/>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4D1C737A-E579-1A6D-3196-D35A4490C6EB}"/>
              </a:ext>
            </a:extLst>
          </p:cNvPr>
          <p:cNvSpPr>
            <a:spLocks noGrp="1"/>
          </p:cNvSpPr>
          <p:nvPr>
            <p:ph type="title" hasCustomPrompt="1"/>
          </p:nvPr>
        </p:nvSpPr>
        <p:spPr>
          <a:xfrm>
            <a:off x="453080" y="5640670"/>
            <a:ext cx="7776391" cy="473423"/>
          </a:xfrm>
        </p:spPr>
        <p:txBody>
          <a:bodyPr anchor="t"/>
          <a:lstStyle>
            <a:lvl1pPr>
              <a:defRPr sz="1600">
                <a:solidFill>
                  <a:schemeClr val="bg2"/>
                </a:solidFill>
              </a:defRPr>
            </a:lvl1pPr>
          </a:lstStyle>
          <a:p>
            <a:r>
              <a:rPr lang="en-US"/>
              <a:t>Date (16 PT)</a:t>
            </a:r>
          </a:p>
        </p:txBody>
      </p:sp>
      <p:cxnSp>
        <p:nvCxnSpPr>
          <p:cNvPr id="12" name="Straight Connector 11">
            <a:extLst>
              <a:ext uri="{FF2B5EF4-FFF2-40B4-BE49-F238E27FC236}">
                <a16:creationId xmlns:a16="http://schemas.microsoft.com/office/drawing/2014/main" id="{33E90508-1907-123C-AD90-5F930D9F5487}"/>
              </a:ext>
            </a:extLst>
          </p:cNvPr>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6AF2B69A-C161-57D7-C1E5-3E2D9682F67B}"/>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9" name="Rectangle 8">
            <a:extLst>
              <a:ext uri="{FF2B5EF4-FFF2-40B4-BE49-F238E27FC236}">
                <a16:creationId xmlns:a16="http://schemas.microsoft.com/office/drawing/2014/main" id="{8413B072-D1EF-DD05-F2BC-778EB628A7F3}"/>
              </a:ext>
            </a:extLst>
          </p:cNvPr>
          <p:cNvSpPr/>
          <p:nvPr userDrawn="1"/>
        </p:nvSpPr>
        <p:spPr>
          <a:xfrm>
            <a:off x="0" y="3429000"/>
            <a:ext cx="0" cy="136506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6">
            <a:extLst>
              <a:ext uri="{FF2B5EF4-FFF2-40B4-BE49-F238E27FC236}">
                <a16:creationId xmlns:a16="http://schemas.microsoft.com/office/drawing/2014/main" id="{87BCAD7F-317F-8E47-3587-27B8A2A5AD30}"/>
              </a:ext>
            </a:extLst>
          </p:cNvPr>
          <p:cNvSpPr>
            <a:spLocks noGrp="1"/>
          </p:cNvSpPr>
          <p:nvPr>
            <p:ph type="body" sz="quarter" idx="12" hasCustomPrompt="1"/>
          </p:nvPr>
        </p:nvSpPr>
        <p:spPr>
          <a:xfrm>
            <a:off x="453080" y="3260838"/>
            <a:ext cx="7776399" cy="2162129"/>
          </a:xfrm>
        </p:spPr>
        <p:txBody>
          <a:bodyPr anchor="b">
            <a:noAutofit/>
          </a:bodyPr>
          <a:lstStyle>
            <a:lvl1pPr marL="0" indent="0">
              <a:lnSpc>
                <a:spcPct val="100000"/>
              </a:lnSpc>
              <a:spcBef>
                <a:spcPts val="0"/>
              </a:spcBef>
              <a:buNone/>
              <a:defRPr sz="3600">
                <a:solidFill>
                  <a:schemeClr val="bg2"/>
                </a:solidFill>
              </a:defRPr>
            </a:lvl1pPr>
          </a:lstStyle>
          <a:p>
            <a:pPr lvl="0"/>
            <a:r>
              <a:rPr lang="en-US"/>
              <a:t>Title (36 PT)</a:t>
            </a:r>
          </a:p>
        </p:txBody>
      </p:sp>
      <p:grpSp>
        <p:nvGrpSpPr>
          <p:cNvPr id="4" name="Group 3">
            <a:extLst>
              <a:ext uri="{FF2B5EF4-FFF2-40B4-BE49-F238E27FC236}">
                <a16:creationId xmlns:a16="http://schemas.microsoft.com/office/drawing/2014/main" id="{0F8B4ACF-3526-AE83-555D-75E5C141FFE6}"/>
              </a:ext>
            </a:extLst>
          </p:cNvPr>
          <p:cNvGrpSpPr/>
          <p:nvPr userDrawn="1"/>
        </p:nvGrpSpPr>
        <p:grpSpPr>
          <a:xfrm>
            <a:off x="453080" y="743907"/>
            <a:ext cx="11230920" cy="1637662"/>
            <a:chOff x="588922" y="596464"/>
            <a:chExt cx="10697007" cy="1559809"/>
          </a:xfrm>
        </p:grpSpPr>
        <p:pic>
          <p:nvPicPr>
            <p:cNvPr id="5" name="Graphic 4">
              <a:extLst>
                <a:ext uri="{FF2B5EF4-FFF2-40B4-BE49-F238E27FC236}">
                  <a16:creationId xmlns:a16="http://schemas.microsoft.com/office/drawing/2014/main" id="{2E75C57F-A554-D172-60CC-B1423AF4BF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8922" y="596464"/>
              <a:ext cx="7799041" cy="1559809"/>
            </a:xfrm>
            <a:prstGeom prst="rect">
              <a:avLst/>
            </a:prstGeom>
          </p:spPr>
        </p:pic>
        <p:pic>
          <p:nvPicPr>
            <p:cNvPr id="6" name="Graphic 5">
              <a:extLst>
                <a:ext uri="{FF2B5EF4-FFF2-40B4-BE49-F238E27FC236}">
                  <a16:creationId xmlns:a16="http://schemas.microsoft.com/office/drawing/2014/main" id="{F1D5CEAB-2E76-7CDF-31CD-642CAE35DEE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2407121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F9821A-4B30-6139-EBCB-945709326B17}"/>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4D1C737A-E579-1A6D-3196-D35A4490C6EB}"/>
              </a:ext>
            </a:extLst>
          </p:cNvPr>
          <p:cNvSpPr>
            <a:spLocks noGrp="1"/>
          </p:cNvSpPr>
          <p:nvPr>
            <p:ph type="title" hasCustomPrompt="1"/>
          </p:nvPr>
        </p:nvSpPr>
        <p:spPr>
          <a:xfrm>
            <a:off x="453081" y="4528507"/>
            <a:ext cx="7776391" cy="472228"/>
          </a:xfrm>
        </p:spPr>
        <p:txBody>
          <a:bodyPr anchor="t"/>
          <a:lstStyle>
            <a:lvl1pPr>
              <a:defRPr sz="1600">
                <a:solidFill>
                  <a:schemeClr val="bg2"/>
                </a:solidFill>
              </a:defRPr>
            </a:lvl1pPr>
          </a:lstStyle>
          <a:p>
            <a:r>
              <a:rPr lang="en-US"/>
              <a:t>Date (16 PT) </a:t>
            </a:r>
          </a:p>
        </p:txBody>
      </p:sp>
      <p:cxnSp>
        <p:nvCxnSpPr>
          <p:cNvPr id="12" name="Straight Connector 11">
            <a:extLst>
              <a:ext uri="{FF2B5EF4-FFF2-40B4-BE49-F238E27FC236}">
                <a16:creationId xmlns:a16="http://schemas.microsoft.com/office/drawing/2014/main" id="{33E90508-1907-123C-AD90-5F930D9F5487}"/>
              </a:ext>
            </a:extLst>
          </p:cNvPr>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7" name="Text Placeholder 26">
            <a:extLst>
              <a:ext uri="{FF2B5EF4-FFF2-40B4-BE49-F238E27FC236}">
                <a16:creationId xmlns:a16="http://schemas.microsoft.com/office/drawing/2014/main" id="{93F29C5F-F113-245F-CE9D-17C2C7F80235}"/>
              </a:ext>
            </a:extLst>
          </p:cNvPr>
          <p:cNvSpPr>
            <a:spLocks noGrp="1"/>
          </p:cNvSpPr>
          <p:nvPr>
            <p:ph type="body" sz="quarter" idx="11" hasCustomPrompt="1"/>
          </p:nvPr>
        </p:nvSpPr>
        <p:spPr>
          <a:xfrm>
            <a:off x="453080" y="2586690"/>
            <a:ext cx="7776399" cy="1726284"/>
          </a:xfrm>
        </p:spPr>
        <p:txBody>
          <a:bodyPr anchor="b">
            <a:noAutofit/>
          </a:bodyPr>
          <a:lstStyle>
            <a:lvl1pPr marL="0" indent="0">
              <a:lnSpc>
                <a:spcPct val="100000"/>
              </a:lnSpc>
              <a:spcBef>
                <a:spcPts val="0"/>
              </a:spcBef>
              <a:buNone/>
              <a:defRPr sz="3600">
                <a:solidFill>
                  <a:schemeClr val="bg2"/>
                </a:solidFill>
              </a:defRPr>
            </a:lvl1pPr>
          </a:lstStyle>
          <a:p>
            <a:pPr lvl="0"/>
            <a:r>
              <a:rPr lang="en-US"/>
              <a:t>Title (36 PT)</a:t>
            </a:r>
          </a:p>
        </p:txBody>
      </p:sp>
      <p:sp>
        <p:nvSpPr>
          <p:cNvPr id="36" name="TextBox 35">
            <a:extLst>
              <a:ext uri="{FF2B5EF4-FFF2-40B4-BE49-F238E27FC236}">
                <a16:creationId xmlns:a16="http://schemas.microsoft.com/office/drawing/2014/main" id="{3998E0B5-B0AE-CAB0-22A0-617454BA1376}"/>
              </a:ext>
            </a:extLst>
          </p:cNvPr>
          <p:cNvSpPr txBox="1"/>
          <p:nvPr userDrawn="1"/>
        </p:nvSpPr>
        <p:spPr>
          <a:xfrm>
            <a:off x="5937202" y="5150511"/>
            <a:ext cx="5801717" cy="73866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2"/>
                </a:solidFill>
              </a:rPr>
              <a:t>This response includes data that shall not be disclosed outside the Government, except to non-Government personnel for evaluation purposes, and shall not be duplicated, used, or disclosed -- in whole or in part -- for any purpose other than to evaluate this submission. If, however, an agreement is awarded to this Company as a result of -- or in connection with – the submission of this data, the Government shall have the right to duplicate, use, or disclose the data to the extent agreed upon by both parties in the resulting agreement. This restriction does not limit the Government's right to use the information contained in this data if it is obtained from another source without restriction. The data subject to this restriction are contained in ALL sheets.</a:t>
            </a:r>
          </a:p>
        </p:txBody>
      </p:sp>
      <p:sp>
        <p:nvSpPr>
          <p:cNvPr id="38" name="TextBox 37">
            <a:extLst>
              <a:ext uri="{FF2B5EF4-FFF2-40B4-BE49-F238E27FC236}">
                <a16:creationId xmlns:a16="http://schemas.microsoft.com/office/drawing/2014/main" id="{6AF2B69A-C161-57D7-C1E5-3E2D9682F67B}"/>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7" name="Text Placeholder 6">
            <a:extLst>
              <a:ext uri="{FF2B5EF4-FFF2-40B4-BE49-F238E27FC236}">
                <a16:creationId xmlns:a16="http://schemas.microsoft.com/office/drawing/2014/main" id="{5546B609-2EE8-029A-533D-3B0F8C6730D4}"/>
              </a:ext>
            </a:extLst>
          </p:cNvPr>
          <p:cNvSpPr>
            <a:spLocks noGrp="1"/>
          </p:cNvSpPr>
          <p:nvPr>
            <p:ph type="body" sz="quarter" idx="12" hasCustomPrompt="1"/>
          </p:nvPr>
        </p:nvSpPr>
        <p:spPr>
          <a:xfrm>
            <a:off x="453081" y="5269940"/>
            <a:ext cx="2210464" cy="615554"/>
          </a:xfrm>
        </p:spPr>
        <p:txBody>
          <a:bodyPr wrap="square" anchor="b">
            <a:noAutofit/>
          </a:bodyPr>
          <a:lstStyle>
            <a:lvl1pPr marL="0" marR="0" indent="0" algn="l" defTabSz="914400" rtl="0" eaLnBrk="1" fontAlgn="auto" latinLnBrk="0" hangingPunct="1">
              <a:lnSpc>
                <a:spcPct val="100000"/>
              </a:lnSpc>
              <a:spcBef>
                <a:spcPts val="100"/>
              </a:spcBef>
              <a:spcAft>
                <a:spcPts val="0"/>
              </a:spcAft>
              <a:buClr>
                <a:schemeClr val="tx2"/>
              </a:buClr>
              <a:buSzPct val="120000"/>
              <a:buFont typeface="Arial" panose="020B0604020202020204" pitchFamily="34" charset="0"/>
              <a:buNone/>
              <a:tabLst/>
              <a:defRPr sz="1000">
                <a:solidFill>
                  <a:schemeClr val="bg2"/>
                </a:solidFill>
              </a:defRPr>
            </a:lvl1pPr>
            <a:lvl2pPr marL="115888" indent="0">
              <a:buNone/>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marL="0" marR="0" lvl="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a:pPr>
            <a:r>
              <a:rPr lang="en-US"/>
              <a:t>Name</a:t>
            </a:r>
          </a:p>
          <a:p>
            <a:pPr marL="0" marR="0" lvl="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a:pPr>
            <a:r>
              <a:rPr lang="en-US"/>
              <a:t>Position</a:t>
            </a:r>
          </a:p>
          <a:p>
            <a:pPr lvl="0"/>
            <a:r>
              <a:rPr lang="en-US"/>
              <a:t>Phone #</a:t>
            </a:r>
          </a:p>
          <a:p>
            <a:pPr lvl="0"/>
            <a:r>
              <a:rPr lang="en-US"/>
              <a:t>Email</a:t>
            </a:r>
          </a:p>
        </p:txBody>
      </p:sp>
      <p:sp>
        <p:nvSpPr>
          <p:cNvPr id="8" name="TextBox 7">
            <a:extLst>
              <a:ext uri="{FF2B5EF4-FFF2-40B4-BE49-F238E27FC236}">
                <a16:creationId xmlns:a16="http://schemas.microsoft.com/office/drawing/2014/main" id="{5EEEF61F-FD7B-CEDC-7EB2-9719DBBADE45}"/>
              </a:ext>
            </a:extLst>
          </p:cNvPr>
          <p:cNvSpPr txBox="1"/>
          <p:nvPr userDrawn="1"/>
        </p:nvSpPr>
        <p:spPr>
          <a:xfrm>
            <a:off x="461059" y="5960205"/>
            <a:ext cx="3505055" cy="153888"/>
          </a:xfrm>
          <a:prstGeom prst="rect">
            <a:avLst/>
          </a:prstGeom>
          <a:noFill/>
        </p:spPr>
        <p:txBody>
          <a:bodyPr wrap="square" lIns="0" tIns="0" rIns="0" bIns="0" rtlCol="0">
            <a:spAutoFit/>
          </a:bodyPr>
          <a:lstStyle/>
          <a:p>
            <a:pPr lvl="0"/>
            <a:r>
              <a:rPr lang="en-US" sz="1000">
                <a:solidFill>
                  <a:schemeClr val="bg2"/>
                </a:solidFill>
              </a:rPr>
              <a:t>400 Industrial Blvd Austin, TX 78745</a:t>
            </a:r>
          </a:p>
        </p:txBody>
      </p:sp>
      <p:sp>
        <p:nvSpPr>
          <p:cNvPr id="11" name="Text Placeholder 6">
            <a:extLst>
              <a:ext uri="{FF2B5EF4-FFF2-40B4-BE49-F238E27FC236}">
                <a16:creationId xmlns:a16="http://schemas.microsoft.com/office/drawing/2014/main" id="{8A4D50C3-94E9-EDF2-0CBF-6EF72FF2CE4C}"/>
              </a:ext>
            </a:extLst>
          </p:cNvPr>
          <p:cNvSpPr>
            <a:spLocks noGrp="1"/>
          </p:cNvSpPr>
          <p:nvPr>
            <p:ph type="body" sz="quarter" idx="13" hasCustomPrompt="1"/>
          </p:nvPr>
        </p:nvSpPr>
        <p:spPr>
          <a:xfrm>
            <a:off x="2786946" y="5269940"/>
            <a:ext cx="2210464" cy="615554"/>
          </a:xfrm>
        </p:spPr>
        <p:txBody>
          <a:bodyPr wrap="square" anchor="b">
            <a:noAutofit/>
          </a:bodyPr>
          <a:lstStyle>
            <a:lvl1pPr marL="0" marR="0" indent="0" algn="l" defTabSz="914400" rtl="0" eaLnBrk="1" fontAlgn="auto" latinLnBrk="0" hangingPunct="1">
              <a:lnSpc>
                <a:spcPct val="100000"/>
              </a:lnSpc>
              <a:spcBef>
                <a:spcPts val="100"/>
              </a:spcBef>
              <a:spcAft>
                <a:spcPts val="0"/>
              </a:spcAft>
              <a:buClr>
                <a:schemeClr val="tx2"/>
              </a:buClr>
              <a:buSzPct val="120000"/>
              <a:buFont typeface="Arial" panose="020B0604020202020204" pitchFamily="34" charset="0"/>
              <a:buNone/>
              <a:tabLst/>
              <a:defRPr sz="1000">
                <a:solidFill>
                  <a:schemeClr val="bg2"/>
                </a:solidFill>
              </a:defRPr>
            </a:lvl1pPr>
            <a:lvl2pPr marL="115888" indent="0">
              <a:buNone/>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marL="0" marR="0" lvl="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a:pPr>
            <a:r>
              <a:rPr lang="en-US"/>
              <a:t>Name</a:t>
            </a:r>
          </a:p>
          <a:p>
            <a:pPr marL="0" marR="0" lvl="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a:pPr>
            <a:r>
              <a:rPr lang="en-US"/>
              <a:t>Position</a:t>
            </a:r>
          </a:p>
          <a:p>
            <a:pPr lvl="0"/>
            <a:r>
              <a:rPr lang="en-US"/>
              <a:t>Phone #</a:t>
            </a:r>
          </a:p>
          <a:p>
            <a:pPr lvl="0"/>
            <a:r>
              <a:rPr lang="en-US"/>
              <a:t>Email</a:t>
            </a:r>
          </a:p>
        </p:txBody>
      </p:sp>
      <p:grpSp>
        <p:nvGrpSpPr>
          <p:cNvPr id="4" name="Group 3">
            <a:extLst>
              <a:ext uri="{FF2B5EF4-FFF2-40B4-BE49-F238E27FC236}">
                <a16:creationId xmlns:a16="http://schemas.microsoft.com/office/drawing/2014/main" id="{91A88832-431A-B769-6A62-5A4EBBC48636}"/>
              </a:ext>
            </a:extLst>
          </p:cNvPr>
          <p:cNvGrpSpPr/>
          <p:nvPr userDrawn="1"/>
        </p:nvGrpSpPr>
        <p:grpSpPr>
          <a:xfrm>
            <a:off x="453080" y="743907"/>
            <a:ext cx="11230920" cy="1637662"/>
            <a:chOff x="588922" y="596464"/>
            <a:chExt cx="10697007" cy="1559809"/>
          </a:xfrm>
        </p:grpSpPr>
        <p:pic>
          <p:nvPicPr>
            <p:cNvPr id="5" name="Graphic 4">
              <a:extLst>
                <a:ext uri="{FF2B5EF4-FFF2-40B4-BE49-F238E27FC236}">
                  <a16:creationId xmlns:a16="http://schemas.microsoft.com/office/drawing/2014/main" id="{55FB522F-A595-1174-DDEC-193A56645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8922" y="596464"/>
              <a:ext cx="7799041" cy="1559809"/>
            </a:xfrm>
            <a:prstGeom prst="rect">
              <a:avLst/>
            </a:prstGeom>
          </p:spPr>
        </p:pic>
        <p:pic>
          <p:nvPicPr>
            <p:cNvPr id="6" name="Graphic 5">
              <a:extLst>
                <a:ext uri="{FF2B5EF4-FFF2-40B4-BE49-F238E27FC236}">
                  <a16:creationId xmlns:a16="http://schemas.microsoft.com/office/drawing/2014/main" id="{18F7717E-D407-3CF6-639E-9CAE1874796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8318377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B1A5C372-CAD1-FF96-4D32-8226FB647748}"/>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91435" y="630196"/>
            <a:ext cx="3013377" cy="5507146"/>
          </a:xfrm>
        </p:spPr>
        <p:txBody>
          <a:bodyPr/>
          <a:lstStyle>
            <a:lvl1pPr>
              <a:defRPr sz="3600">
                <a:solidFill>
                  <a:schemeClr val="bg2"/>
                </a:solidFill>
              </a:defRPr>
            </a:lvl1pPr>
          </a:lstStyle>
          <a:p>
            <a:r>
              <a:rPr lang="en-US"/>
              <a:t>Agenda</a:t>
            </a:r>
          </a:p>
        </p:txBody>
      </p:sp>
      <p:sp>
        <p:nvSpPr>
          <p:cNvPr id="13" name="TextBox 12">
            <a:extLst>
              <a:ext uri="{FF2B5EF4-FFF2-40B4-BE49-F238E27FC236}">
                <a16:creationId xmlns:a16="http://schemas.microsoft.com/office/drawing/2014/main" id="{C6E7DD25-CBA8-944A-EEBE-C77204C2B661}"/>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24" name="TextBox 23">
            <a:extLst>
              <a:ext uri="{FF2B5EF4-FFF2-40B4-BE49-F238E27FC236}">
                <a16:creationId xmlns:a16="http://schemas.microsoft.com/office/drawing/2014/main" id="{B40EF059-F900-EFFD-CCC9-423423EA1F61}"/>
              </a:ext>
            </a:extLst>
          </p:cNvPr>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pic>
        <p:nvPicPr>
          <p:cNvPr id="27" name="Graphic 26">
            <a:extLst>
              <a:ext uri="{FF2B5EF4-FFF2-40B4-BE49-F238E27FC236}">
                <a16:creationId xmlns:a16="http://schemas.microsoft.com/office/drawing/2014/main" id="{93499B06-365B-0F83-89BF-E8A38C04C4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439" y="6477927"/>
            <a:ext cx="226315" cy="301753"/>
          </a:xfrm>
          <a:prstGeom prst="rect">
            <a:avLst/>
          </a:prstGeom>
        </p:spPr>
      </p:pic>
      <p:sp>
        <p:nvSpPr>
          <p:cNvPr id="39" name="Text Placeholder 38">
            <a:extLst>
              <a:ext uri="{FF2B5EF4-FFF2-40B4-BE49-F238E27FC236}">
                <a16:creationId xmlns:a16="http://schemas.microsoft.com/office/drawing/2014/main" id="{C5396C57-DA9A-8A3A-DF3A-22EE37BDBF44}"/>
              </a:ext>
            </a:extLst>
          </p:cNvPr>
          <p:cNvSpPr>
            <a:spLocks noGrp="1"/>
          </p:cNvSpPr>
          <p:nvPr>
            <p:ph type="body" sz="quarter" idx="11" hasCustomPrompt="1"/>
          </p:nvPr>
        </p:nvSpPr>
        <p:spPr>
          <a:xfrm>
            <a:off x="4375922" y="949347"/>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2" name="Text Placeholder 38">
            <a:extLst>
              <a:ext uri="{FF2B5EF4-FFF2-40B4-BE49-F238E27FC236}">
                <a16:creationId xmlns:a16="http://schemas.microsoft.com/office/drawing/2014/main" id="{64E34045-3949-99A6-498D-585C1486D3B7}"/>
              </a:ext>
            </a:extLst>
          </p:cNvPr>
          <p:cNvSpPr>
            <a:spLocks noGrp="1"/>
          </p:cNvSpPr>
          <p:nvPr>
            <p:ph type="body" sz="quarter" idx="12" hasCustomPrompt="1"/>
          </p:nvPr>
        </p:nvSpPr>
        <p:spPr>
          <a:xfrm>
            <a:off x="4375922" y="1570059"/>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3" name="Text Placeholder 38">
            <a:extLst>
              <a:ext uri="{FF2B5EF4-FFF2-40B4-BE49-F238E27FC236}">
                <a16:creationId xmlns:a16="http://schemas.microsoft.com/office/drawing/2014/main" id="{0F1DF966-694F-4881-21C2-674B24054EA1}"/>
              </a:ext>
            </a:extLst>
          </p:cNvPr>
          <p:cNvSpPr>
            <a:spLocks noGrp="1"/>
          </p:cNvSpPr>
          <p:nvPr>
            <p:ph type="body" sz="quarter" idx="13" hasCustomPrompt="1"/>
          </p:nvPr>
        </p:nvSpPr>
        <p:spPr>
          <a:xfrm>
            <a:off x="4375922" y="2190771"/>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4" name="Text Placeholder 38">
            <a:extLst>
              <a:ext uri="{FF2B5EF4-FFF2-40B4-BE49-F238E27FC236}">
                <a16:creationId xmlns:a16="http://schemas.microsoft.com/office/drawing/2014/main" id="{10D1978F-BB16-5C6C-A092-4DB8C73C1DA6}"/>
              </a:ext>
            </a:extLst>
          </p:cNvPr>
          <p:cNvSpPr>
            <a:spLocks noGrp="1"/>
          </p:cNvSpPr>
          <p:nvPr>
            <p:ph type="body" sz="quarter" idx="14" hasCustomPrompt="1"/>
          </p:nvPr>
        </p:nvSpPr>
        <p:spPr>
          <a:xfrm>
            <a:off x="4375922" y="2811483"/>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5" name="Text Placeholder 38">
            <a:extLst>
              <a:ext uri="{FF2B5EF4-FFF2-40B4-BE49-F238E27FC236}">
                <a16:creationId xmlns:a16="http://schemas.microsoft.com/office/drawing/2014/main" id="{FB1E9A10-DA1B-3A26-0788-118392DC1A13}"/>
              </a:ext>
            </a:extLst>
          </p:cNvPr>
          <p:cNvSpPr>
            <a:spLocks noGrp="1"/>
          </p:cNvSpPr>
          <p:nvPr>
            <p:ph type="body" sz="quarter" idx="15" hasCustomPrompt="1"/>
          </p:nvPr>
        </p:nvSpPr>
        <p:spPr>
          <a:xfrm>
            <a:off x="4375922" y="3432195"/>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6" name="Text Placeholder 38">
            <a:extLst>
              <a:ext uri="{FF2B5EF4-FFF2-40B4-BE49-F238E27FC236}">
                <a16:creationId xmlns:a16="http://schemas.microsoft.com/office/drawing/2014/main" id="{6B3AB4F8-471B-0389-5364-1D753CE54A51}"/>
              </a:ext>
            </a:extLst>
          </p:cNvPr>
          <p:cNvSpPr>
            <a:spLocks noGrp="1"/>
          </p:cNvSpPr>
          <p:nvPr>
            <p:ph type="body" sz="quarter" idx="16" hasCustomPrompt="1"/>
          </p:nvPr>
        </p:nvSpPr>
        <p:spPr>
          <a:xfrm>
            <a:off x="4375922" y="4052907"/>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7" name="Text Placeholder 38">
            <a:extLst>
              <a:ext uri="{FF2B5EF4-FFF2-40B4-BE49-F238E27FC236}">
                <a16:creationId xmlns:a16="http://schemas.microsoft.com/office/drawing/2014/main" id="{24DBEA85-827D-19BF-465D-A4ADD12F2A6C}"/>
              </a:ext>
            </a:extLst>
          </p:cNvPr>
          <p:cNvSpPr>
            <a:spLocks noGrp="1"/>
          </p:cNvSpPr>
          <p:nvPr>
            <p:ph type="body" sz="quarter" idx="17" hasCustomPrompt="1"/>
          </p:nvPr>
        </p:nvSpPr>
        <p:spPr>
          <a:xfrm>
            <a:off x="4375922" y="4673619"/>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
        <p:nvSpPr>
          <p:cNvPr id="48" name="Text Placeholder 38">
            <a:extLst>
              <a:ext uri="{FF2B5EF4-FFF2-40B4-BE49-F238E27FC236}">
                <a16:creationId xmlns:a16="http://schemas.microsoft.com/office/drawing/2014/main" id="{CFE51C02-336C-054D-5D89-1D0DF2F88878}"/>
              </a:ext>
            </a:extLst>
          </p:cNvPr>
          <p:cNvSpPr>
            <a:spLocks noGrp="1"/>
          </p:cNvSpPr>
          <p:nvPr>
            <p:ph type="body" sz="quarter" idx="18" hasCustomPrompt="1"/>
          </p:nvPr>
        </p:nvSpPr>
        <p:spPr>
          <a:xfrm>
            <a:off x="4375922" y="5294332"/>
            <a:ext cx="7348538" cy="391827"/>
          </a:xfrm>
        </p:spPr>
        <p:txBody>
          <a:bodyPr anchor="ctr"/>
          <a:lstStyle>
            <a:lvl1pPr marL="0" indent="0">
              <a:spcBef>
                <a:spcPts val="200"/>
              </a:spcBef>
              <a:buNone/>
              <a:defRPr sz="1600">
                <a:solidFill>
                  <a:schemeClr val="bg2"/>
                </a:solidFill>
              </a:defRPr>
            </a:lvl1pPr>
            <a:lvl2pPr>
              <a:spcBef>
                <a:spcPts val="400"/>
              </a:spcBef>
              <a:defRPr>
                <a:solidFill>
                  <a:schemeClr val="bg2"/>
                </a:solidFill>
              </a:defRPr>
            </a:lvl2pPr>
            <a:lvl3pPr>
              <a:spcBef>
                <a:spcPts val="400"/>
              </a:spcBef>
              <a:defRPr>
                <a:solidFill>
                  <a:schemeClr val="bg2"/>
                </a:solidFill>
              </a:defRPr>
            </a:lvl3pPr>
            <a:lvl4pPr>
              <a:spcBef>
                <a:spcPts val="400"/>
              </a:spcBef>
              <a:defRPr>
                <a:solidFill>
                  <a:schemeClr val="bg2"/>
                </a:solidFill>
              </a:defRPr>
            </a:lvl4pPr>
            <a:lvl5pPr>
              <a:spcBef>
                <a:spcPts val="400"/>
              </a:spcBef>
              <a:defRPr>
                <a:solidFill>
                  <a:schemeClr val="bg2"/>
                </a:solidFill>
              </a:defRPr>
            </a:lvl5pPr>
          </a:lstStyle>
          <a:p>
            <a:pPr lvl="0"/>
            <a:r>
              <a:rPr lang="en-US"/>
              <a:t>Click to edit Section (16 PT)</a:t>
            </a:r>
          </a:p>
        </p:txBody>
      </p:sp>
    </p:spTree>
    <p:extLst>
      <p:ext uri="{BB962C8B-B14F-4D97-AF65-F5344CB8AC3E}">
        <p14:creationId xmlns:p14="http://schemas.microsoft.com/office/powerpoint/2010/main" val="30727322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5F53320-BE71-3B5E-CAE4-161BC23E7892}"/>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63A03F9-3865-7712-2C97-562EAA57F536}"/>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7" name="Text Placeholder 26">
            <a:extLst>
              <a:ext uri="{FF2B5EF4-FFF2-40B4-BE49-F238E27FC236}">
                <a16:creationId xmlns:a16="http://schemas.microsoft.com/office/drawing/2014/main" id="{B9D2FAD6-F656-4D37-EAFA-EAB606AB3242}"/>
              </a:ext>
            </a:extLst>
          </p:cNvPr>
          <p:cNvSpPr>
            <a:spLocks noGrp="1"/>
          </p:cNvSpPr>
          <p:nvPr>
            <p:ph type="body" sz="quarter" idx="11" hasCustomPrompt="1"/>
          </p:nvPr>
        </p:nvSpPr>
        <p:spPr>
          <a:xfrm>
            <a:off x="453082" y="2383743"/>
            <a:ext cx="9153537" cy="2105200"/>
          </a:xfrm>
        </p:spPr>
        <p:txBody>
          <a:bodyPr anchor="b">
            <a:noAutofit/>
          </a:bodyPr>
          <a:lstStyle>
            <a:lvl1pPr marL="0" indent="0">
              <a:lnSpc>
                <a:spcPct val="100000"/>
              </a:lnSpc>
              <a:spcBef>
                <a:spcPts val="0"/>
              </a:spcBef>
              <a:buNone/>
              <a:defRPr sz="3600">
                <a:solidFill>
                  <a:schemeClr val="bg2"/>
                </a:solidFill>
              </a:defRPr>
            </a:lvl1pPr>
          </a:lstStyle>
          <a:p>
            <a:pPr lvl="0"/>
            <a:r>
              <a:rPr lang="en-US"/>
              <a:t>Section Divider Title (36 PT)</a:t>
            </a:r>
          </a:p>
        </p:txBody>
      </p:sp>
      <p:sp>
        <p:nvSpPr>
          <p:cNvPr id="8" name="Text Placeholder 26">
            <a:extLst>
              <a:ext uri="{FF2B5EF4-FFF2-40B4-BE49-F238E27FC236}">
                <a16:creationId xmlns:a16="http://schemas.microsoft.com/office/drawing/2014/main" id="{C3BCE2C6-A809-D7FC-7E4C-C4945F50CDFE}"/>
              </a:ext>
            </a:extLst>
          </p:cNvPr>
          <p:cNvSpPr>
            <a:spLocks noGrp="1"/>
          </p:cNvSpPr>
          <p:nvPr>
            <p:ph type="body" sz="quarter" idx="12" hasCustomPrompt="1"/>
          </p:nvPr>
        </p:nvSpPr>
        <p:spPr>
          <a:xfrm>
            <a:off x="453082" y="4715093"/>
            <a:ext cx="9153537" cy="499503"/>
          </a:xfrm>
        </p:spPr>
        <p:txBody>
          <a:bodyPr anchor="t">
            <a:noAutofit/>
          </a:bodyPr>
          <a:lstStyle>
            <a:lvl1pPr marL="0" marR="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sz="1600">
                <a:solidFill>
                  <a:schemeClr val="bg2"/>
                </a:solidFill>
              </a:defRPr>
            </a:lvl1pPr>
          </a:lstStyle>
          <a:p>
            <a:pPr lvl="0"/>
            <a:r>
              <a:rPr lang="en-US"/>
              <a:t>Subsections / Headline Paragraph (16 PT)</a:t>
            </a:r>
          </a:p>
        </p:txBody>
      </p:sp>
      <p:pic>
        <p:nvPicPr>
          <p:cNvPr id="29" name="Graphic 28">
            <a:extLst>
              <a:ext uri="{FF2B5EF4-FFF2-40B4-BE49-F238E27FC236}">
                <a16:creationId xmlns:a16="http://schemas.microsoft.com/office/drawing/2014/main" id="{3D74BCEE-5E38-B4D4-CDBD-13C3E10B371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439" y="6477927"/>
            <a:ext cx="226315" cy="301753"/>
          </a:xfrm>
          <a:prstGeom prst="rect">
            <a:avLst/>
          </a:prstGeom>
        </p:spPr>
      </p:pic>
      <p:sp>
        <p:nvSpPr>
          <p:cNvPr id="2" name="TextBox 1">
            <a:extLst>
              <a:ext uri="{FF2B5EF4-FFF2-40B4-BE49-F238E27FC236}">
                <a16:creationId xmlns:a16="http://schemas.microsoft.com/office/drawing/2014/main" id="{A0891D93-8579-60DC-CD20-4FED47926AA1}"/>
              </a:ext>
            </a:extLst>
          </p:cNvPr>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36690492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5% Blo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3082" y="566400"/>
            <a:ext cx="8233719" cy="566928"/>
          </a:xfrm>
        </p:spPr>
        <p:txBody>
          <a:bodyPr/>
          <a:lstStyle>
            <a:lvl1pPr>
              <a:defRPr>
                <a:solidFill>
                  <a:schemeClr val="tx1"/>
                </a:solidFill>
              </a:defRPr>
            </a:lvl1pPr>
          </a:lstStyle>
          <a:p>
            <a:r>
              <a:rPr lang="en-US"/>
              <a:t>Click to edit Title (20 PT)</a:t>
            </a:r>
          </a:p>
        </p:txBody>
      </p:sp>
      <p:sp>
        <p:nvSpPr>
          <p:cNvPr id="7" name="Rectangle 6">
            <a:extLst>
              <a:ext uri="{FF2B5EF4-FFF2-40B4-BE49-F238E27FC236}">
                <a16:creationId xmlns:a16="http://schemas.microsoft.com/office/drawing/2014/main" id="{99C2A1AB-B1A0-E1D3-8A9C-5F914140383C}"/>
              </a:ext>
            </a:extLst>
          </p:cNvPr>
          <p:cNvSpPr/>
          <p:nvPr userDrawn="1"/>
        </p:nvSpPr>
        <p:spPr>
          <a:xfrm>
            <a:off x="9144000" y="0"/>
            <a:ext cx="3048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4">
            <a:extLst>
              <a:ext uri="{FF2B5EF4-FFF2-40B4-BE49-F238E27FC236}">
                <a16:creationId xmlns:a16="http://schemas.microsoft.com/office/drawing/2014/main" id="{F400498B-9A98-979C-71D6-363980744F11}"/>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3" name="Content Placeholder 5">
            <a:extLst>
              <a:ext uri="{FF2B5EF4-FFF2-40B4-BE49-F238E27FC236}">
                <a16:creationId xmlns:a16="http://schemas.microsoft.com/office/drawing/2014/main" id="{88F0C21E-DDEC-2A90-D951-084540548B7E}"/>
              </a:ext>
            </a:extLst>
          </p:cNvPr>
          <p:cNvSpPr>
            <a:spLocks noGrp="1"/>
          </p:cNvSpPr>
          <p:nvPr>
            <p:ph sz="quarter" idx="15" hasCustomPrompt="1"/>
          </p:nvPr>
        </p:nvSpPr>
        <p:spPr>
          <a:xfrm>
            <a:off x="452701" y="1424682"/>
            <a:ext cx="8233719" cy="4712659"/>
          </a:xfrm>
        </p:spPr>
        <p:txBody>
          <a:bodyPr/>
          <a:lstStyle>
            <a:lvl1pPr>
              <a:spcBef>
                <a:spcPts val="800"/>
              </a:spcBef>
              <a:defRPr/>
            </a:lvl1pPr>
            <a:lvl2pPr>
              <a:spcBef>
                <a:spcPts val="800"/>
              </a:spcBef>
              <a:defRPr/>
            </a:lvl2pPr>
            <a:lvl3pPr>
              <a:spcBef>
                <a:spcPts val="800"/>
              </a:spcBef>
              <a:defRPr/>
            </a:lvl3pPr>
            <a:lvl4pPr>
              <a:spcBef>
                <a:spcPts val="800"/>
              </a:spcBef>
              <a:defRPr/>
            </a:lvl4pPr>
            <a:lvl5pPr>
              <a:spcBef>
                <a:spcPts val="800"/>
              </a:spcBef>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4" name="Content Placeholder 5">
            <a:extLst>
              <a:ext uri="{FF2B5EF4-FFF2-40B4-BE49-F238E27FC236}">
                <a16:creationId xmlns:a16="http://schemas.microsoft.com/office/drawing/2014/main" id="{20091E71-89B5-5117-5466-17BE09FDABD6}"/>
              </a:ext>
            </a:extLst>
          </p:cNvPr>
          <p:cNvSpPr>
            <a:spLocks noGrp="1"/>
          </p:cNvSpPr>
          <p:nvPr>
            <p:ph sz="quarter" idx="16" hasCustomPrompt="1"/>
          </p:nvPr>
        </p:nvSpPr>
        <p:spPr>
          <a:xfrm>
            <a:off x="9415845" y="1424682"/>
            <a:ext cx="2538434" cy="4712659"/>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9993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33% Block">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0" name="Rectangle 19">
            <a:extLst>
              <a:ext uri="{FF2B5EF4-FFF2-40B4-BE49-F238E27FC236}">
                <a16:creationId xmlns:a16="http://schemas.microsoft.com/office/drawing/2014/main" id="{1B09DE56-CEE1-3982-FB28-1C019B122CFE}"/>
              </a:ext>
            </a:extLst>
          </p:cNvPr>
          <p:cNvSpPr/>
          <p:nvPr userDrawn="1"/>
        </p:nvSpPr>
        <p:spPr>
          <a:xfrm>
            <a:off x="8132387" y="0"/>
            <a:ext cx="4059614"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5">
            <a:extLst>
              <a:ext uri="{FF2B5EF4-FFF2-40B4-BE49-F238E27FC236}">
                <a16:creationId xmlns:a16="http://schemas.microsoft.com/office/drawing/2014/main" id="{B644464C-3CE5-B4D2-6A96-2CD34563AE1B}"/>
              </a:ext>
            </a:extLst>
          </p:cNvPr>
          <p:cNvSpPr>
            <a:spLocks noGrp="1"/>
          </p:cNvSpPr>
          <p:nvPr>
            <p:ph sz="quarter" idx="15" hasCustomPrompt="1"/>
          </p:nvPr>
        </p:nvSpPr>
        <p:spPr>
          <a:xfrm>
            <a:off x="452701" y="1424682"/>
            <a:ext cx="7222748"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1A8922A2-0F62-A16A-FC8E-735FD8B21B37}"/>
              </a:ext>
            </a:extLst>
          </p:cNvPr>
          <p:cNvSpPr>
            <a:spLocks noGrp="1"/>
          </p:cNvSpPr>
          <p:nvPr>
            <p:ph sz="quarter" idx="16" hasCustomPrompt="1"/>
          </p:nvPr>
        </p:nvSpPr>
        <p:spPr>
          <a:xfrm>
            <a:off x="8369729" y="1424682"/>
            <a:ext cx="3584549" cy="4712658"/>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F2EB73B2-48C4-32A6-C9D2-B476591A8B5E}"/>
              </a:ext>
            </a:extLst>
          </p:cNvPr>
          <p:cNvSpPr>
            <a:spLocks noGrp="1"/>
          </p:cNvSpPr>
          <p:nvPr>
            <p:ph type="title" hasCustomPrompt="1"/>
          </p:nvPr>
        </p:nvSpPr>
        <p:spPr>
          <a:xfrm>
            <a:off x="453082" y="566400"/>
            <a:ext cx="7222367"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17603536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50% Block">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CFDEE44-3A33-7608-F2C4-09C2B9645B7F}"/>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4" name="Rectangle 3">
            <a:extLst>
              <a:ext uri="{FF2B5EF4-FFF2-40B4-BE49-F238E27FC236}">
                <a16:creationId xmlns:a16="http://schemas.microsoft.com/office/drawing/2014/main" id="{EE71ED30-344C-8965-F1F3-0B97A044928C}"/>
              </a:ext>
            </a:extLst>
          </p:cNvPr>
          <p:cNvSpPr/>
          <p:nvPr userDrawn="1"/>
        </p:nvSpPr>
        <p:spPr>
          <a:xfrm>
            <a:off x="6096000" y="0"/>
            <a:ext cx="6096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5">
            <a:extLst>
              <a:ext uri="{FF2B5EF4-FFF2-40B4-BE49-F238E27FC236}">
                <a16:creationId xmlns:a16="http://schemas.microsoft.com/office/drawing/2014/main" id="{22E2ADAB-2922-9EF5-980B-9CB9C0A52C26}"/>
              </a:ext>
            </a:extLst>
          </p:cNvPr>
          <p:cNvSpPr>
            <a:spLocks noGrp="1"/>
          </p:cNvSpPr>
          <p:nvPr>
            <p:ph sz="quarter" idx="15" hasCustomPrompt="1"/>
          </p:nvPr>
        </p:nvSpPr>
        <p:spPr>
          <a:xfrm>
            <a:off x="452702" y="1424681"/>
            <a:ext cx="5184130" cy="471265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30C43CC5-9246-424C-5A17-28AACC60D19D}"/>
              </a:ext>
            </a:extLst>
          </p:cNvPr>
          <p:cNvSpPr>
            <a:spLocks noGrp="1"/>
          </p:cNvSpPr>
          <p:nvPr>
            <p:ph sz="quarter" idx="16" hasCustomPrompt="1"/>
          </p:nvPr>
        </p:nvSpPr>
        <p:spPr>
          <a:xfrm>
            <a:off x="6551252" y="1424681"/>
            <a:ext cx="5183548" cy="4712659"/>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1F7AB629-CE09-C09E-2D35-EA816E54D569}"/>
              </a:ext>
            </a:extLst>
          </p:cNvPr>
          <p:cNvSpPr>
            <a:spLocks noGrp="1"/>
          </p:cNvSpPr>
          <p:nvPr>
            <p:ph type="title" hasCustomPrompt="1"/>
          </p:nvPr>
        </p:nvSpPr>
        <p:spPr>
          <a:xfrm>
            <a:off x="453083" y="566400"/>
            <a:ext cx="5183750"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37242592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 Block + 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EDD3DF-70DF-3C0E-AED5-B57365C9D2E5}"/>
              </a:ext>
            </a:extLst>
          </p:cNvPr>
          <p:cNvSpPr/>
          <p:nvPr userDrawn="1"/>
        </p:nvSpPr>
        <p:spPr>
          <a:xfrm>
            <a:off x="0" y="0"/>
            <a:ext cx="3048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3514891" y="566400"/>
            <a:ext cx="8220740" cy="566928"/>
          </a:xfrm>
        </p:spPr>
        <p:txBody>
          <a:bodyPr/>
          <a:lstStyle>
            <a:lvl1pPr>
              <a:defRPr>
                <a:solidFill>
                  <a:schemeClr val="tx1"/>
                </a:solidFill>
              </a:defRPr>
            </a:lvl1pPr>
          </a:lstStyle>
          <a:p>
            <a:r>
              <a:rPr lang="en-US"/>
              <a:t>Click to edit Title (20 PT)</a:t>
            </a:r>
          </a:p>
        </p:txBody>
      </p:sp>
      <p:sp>
        <p:nvSpPr>
          <p:cNvPr id="3" name="Content Placeholder 5">
            <a:extLst>
              <a:ext uri="{FF2B5EF4-FFF2-40B4-BE49-F238E27FC236}">
                <a16:creationId xmlns:a16="http://schemas.microsoft.com/office/drawing/2014/main" id="{1A4BF1C1-FCE7-5E16-195E-1D5A90A9FC23}"/>
              </a:ext>
            </a:extLst>
          </p:cNvPr>
          <p:cNvSpPr>
            <a:spLocks noGrp="1"/>
          </p:cNvSpPr>
          <p:nvPr>
            <p:ph sz="quarter" idx="15" hasCustomPrompt="1"/>
          </p:nvPr>
        </p:nvSpPr>
        <p:spPr>
          <a:xfrm>
            <a:off x="237722" y="1424681"/>
            <a:ext cx="2538052" cy="4712660"/>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98F18400-71DE-975C-95DE-2D4F32D11DC8}"/>
              </a:ext>
            </a:extLst>
          </p:cNvPr>
          <p:cNvSpPr>
            <a:spLocks noGrp="1"/>
          </p:cNvSpPr>
          <p:nvPr>
            <p:ph sz="quarter" idx="16" hasCustomPrompt="1"/>
          </p:nvPr>
        </p:nvSpPr>
        <p:spPr>
          <a:xfrm>
            <a:off x="3514512" y="1424681"/>
            <a:ext cx="8220740" cy="471265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15A7868D-B28F-88DA-795E-A46920CCE4CE}"/>
              </a:ext>
            </a:extLst>
          </p:cNvPr>
          <p:cNvSpPr>
            <a:spLocks noGrp="1"/>
          </p:cNvSpPr>
          <p:nvPr>
            <p:ph type="body" sz="quarter" idx="17" hasCustomPrompt="1"/>
          </p:nvPr>
        </p:nvSpPr>
        <p:spPr>
          <a:xfrm>
            <a:off x="237722" y="263452"/>
            <a:ext cx="2538052"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Tree>
    <p:extLst>
      <p:ext uri="{BB962C8B-B14F-4D97-AF65-F5344CB8AC3E}">
        <p14:creationId xmlns:p14="http://schemas.microsoft.com/office/powerpoint/2010/main" val="2595579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5% Block Title +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EDD3DF-70DF-3C0E-AED5-B57365C9D2E5}"/>
              </a:ext>
            </a:extLst>
          </p:cNvPr>
          <p:cNvSpPr/>
          <p:nvPr userDrawn="1"/>
        </p:nvSpPr>
        <p:spPr>
          <a:xfrm>
            <a:off x="0" y="0"/>
            <a:ext cx="3048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254974" y="2892620"/>
            <a:ext cx="2538052" cy="615553"/>
          </a:xfrm>
        </p:spPr>
        <p:txBody>
          <a:bodyPr anchor="ctr">
            <a:spAutoFit/>
          </a:bodyPr>
          <a:lstStyle>
            <a:lvl1pPr>
              <a:defRPr>
                <a:solidFill>
                  <a:schemeClr val="bg2"/>
                </a:solidFill>
              </a:defRPr>
            </a:lvl1pPr>
          </a:lstStyle>
          <a:p>
            <a:r>
              <a:rPr lang="en-US"/>
              <a:t>Click to edit Title (20 PT)</a:t>
            </a:r>
          </a:p>
        </p:txBody>
      </p:sp>
      <p:sp>
        <p:nvSpPr>
          <p:cNvPr id="15" name="Text Placeholder 4">
            <a:extLst>
              <a:ext uri="{FF2B5EF4-FFF2-40B4-BE49-F238E27FC236}">
                <a16:creationId xmlns:a16="http://schemas.microsoft.com/office/drawing/2014/main" id="{F400498B-9A98-979C-71D6-363980744F11}"/>
              </a:ext>
            </a:extLst>
          </p:cNvPr>
          <p:cNvSpPr>
            <a:spLocks noGrp="1"/>
          </p:cNvSpPr>
          <p:nvPr>
            <p:ph type="body" sz="quarter" idx="10" hasCustomPrompt="1"/>
          </p:nvPr>
        </p:nvSpPr>
        <p:spPr>
          <a:xfrm>
            <a:off x="237722" y="263452"/>
            <a:ext cx="2538052"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6" name="Content Placeholder 5">
            <a:extLst>
              <a:ext uri="{FF2B5EF4-FFF2-40B4-BE49-F238E27FC236}">
                <a16:creationId xmlns:a16="http://schemas.microsoft.com/office/drawing/2014/main" id="{98F18400-71DE-975C-95DE-2D4F32D11DC8}"/>
              </a:ext>
            </a:extLst>
          </p:cNvPr>
          <p:cNvSpPr>
            <a:spLocks noGrp="1"/>
          </p:cNvSpPr>
          <p:nvPr>
            <p:ph sz="quarter" idx="16" hasCustomPrompt="1"/>
          </p:nvPr>
        </p:nvSpPr>
        <p:spPr>
          <a:xfrm>
            <a:off x="3514512" y="1424681"/>
            <a:ext cx="8220740" cy="471265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8016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3% Block + 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0240952-25C2-4BE8-BC78-24F3BF723C1A}"/>
              </a:ext>
            </a:extLst>
          </p:cNvPr>
          <p:cNvSpPr/>
          <p:nvPr userDrawn="1"/>
        </p:nvSpPr>
        <p:spPr>
          <a:xfrm>
            <a:off x="0" y="0"/>
            <a:ext cx="4059614"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237721" y="566400"/>
            <a:ext cx="3583791" cy="566928"/>
          </a:xfrm>
        </p:spPr>
        <p:txBody>
          <a:bodyPr/>
          <a:lstStyle>
            <a:lvl1pPr>
              <a:defRPr>
                <a:solidFill>
                  <a:schemeClr val="bg2"/>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237343" y="263452"/>
            <a:ext cx="3583791"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4" name="Content Placeholder 5">
            <a:extLst>
              <a:ext uri="{FF2B5EF4-FFF2-40B4-BE49-F238E27FC236}">
                <a16:creationId xmlns:a16="http://schemas.microsoft.com/office/drawing/2014/main" id="{149A25F6-26F9-9279-2BAC-B5BC584F46CF}"/>
              </a:ext>
            </a:extLst>
          </p:cNvPr>
          <p:cNvSpPr>
            <a:spLocks noGrp="1"/>
          </p:cNvSpPr>
          <p:nvPr>
            <p:ph sz="quarter" idx="15" hasCustomPrompt="1"/>
          </p:nvPr>
        </p:nvSpPr>
        <p:spPr>
          <a:xfrm>
            <a:off x="4515677" y="1424682"/>
            <a:ext cx="7221070"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4B8AD4AD-27D0-EBE1-0C69-02C836AA18AF}"/>
              </a:ext>
            </a:extLst>
          </p:cNvPr>
          <p:cNvSpPr>
            <a:spLocks noGrp="1"/>
          </p:cNvSpPr>
          <p:nvPr>
            <p:ph sz="quarter" idx="16" hasCustomPrompt="1"/>
          </p:nvPr>
        </p:nvSpPr>
        <p:spPr>
          <a:xfrm>
            <a:off x="237343" y="1424682"/>
            <a:ext cx="3583791" cy="4712657"/>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25274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3% Block 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0240952-25C2-4BE8-BC78-24F3BF723C1A}"/>
              </a:ext>
            </a:extLst>
          </p:cNvPr>
          <p:cNvSpPr/>
          <p:nvPr userDrawn="1"/>
        </p:nvSpPr>
        <p:spPr>
          <a:xfrm>
            <a:off x="0" y="0"/>
            <a:ext cx="4059614"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237721" y="3046508"/>
            <a:ext cx="3583791" cy="307777"/>
          </a:xfrm>
        </p:spPr>
        <p:txBody>
          <a:bodyPr anchor="ctr">
            <a:spAutoFit/>
          </a:bodyPr>
          <a:lstStyle>
            <a:lvl1pPr>
              <a:defRPr>
                <a:solidFill>
                  <a:schemeClr val="bg2"/>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237343" y="263452"/>
            <a:ext cx="3583791"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4" name="Content Placeholder 5">
            <a:extLst>
              <a:ext uri="{FF2B5EF4-FFF2-40B4-BE49-F238E27FC236}">
                <a16:creationId xmlns:a16="http://schemas.microsoft.com/office/drawing/2014/main" id="{149A25F6-26F9-9279-2BAC-B5BC584F46CF}"/>
              </a:ext>
            </a:extLst>
          </p:cNvPr>
          <p:cNvSpPr>
            <a:spLocks noGrp="1"/>
          </p:cNvSpPr>
          <p:nvPr>
            <p:ph sz="quarter" idx="15" hasCustomPrompt="1"/>
          </p:nvPr>
        </p:nvSpPr>
        <p:spPr>
          <a:xfrm>
            <a:off x="4515677" y="1424682"/>
            <a:ext cx="7221070"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81809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0% Block + Title">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ABF9C2DF-D422-278E-98EB-6102308C039C}"/>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E71ED30-344C-8965-F1F3-0B97A044928C}"/>
              </a:ext>
            </a:extLst>
          </p:cNvPr>
          <p:cNvSpPr/>
          <p:nvPr userDrawn="1"/>
        </p:nvSpPr>
        <p:spPr>
          <a:xfrm>
            <a:off x="0" y="0"/>
            <a:ext cx="6096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5838" y="566400"/>
            <a:ext cx="5181827" cy="566928"/>
          </a:xfrm>
        </p:spPr>
        <p:txBody>
          <a:bodyPr/>
          <a:lstStyle>
            <a:lvl1pPr>
              <a:defRPr>
                <a:solidFill>
                  <a:schemeClr val="bg2"/>
                </a:solidFill>
              </a:defRPr>
            </a:lvl1pPr>
          </a:lstStyle>
          <a:p>
            <a:r>
              <a:rPr lang="en-US"/>
              <a:t>Click to edit Title (20 PT)</a:t>
            </a:r>
          </a:p>
        </p:txBody>
      </p:sp>
      <p:sp>
        <p:nvSpPr>
          <p:cNvPr id="5" name="Text Placeholder 4">
            <a:extLst>
              <a:ext uri="{FF2B5EF4-FFF2-40B4-BE49-F238E27FC236}">
                <a16:creationId xmlns:a16="http://schemas.microsoft.com/office/drawing/2014/main" id="{FCFDEE44-3A33-7608-F2C4-09C2B9645B7F}"/>
              </a:ext>
            </a:extLst>
          </p:cNvPr>
          <p:cNvSpPr>
            <a:spLocks noGrp="1"/>
          </p:cNvSpPr>
          <p:nvPr>
            <p:ph type="body" sz="quarter" idx="10" hasCustomPrompt="1"/>
          </p:nvPr>
        </p:nvSpPr>
        <p:spPr>
          <a:xfrm>
            <a:off x="455460"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3" name="Content Placeholder 5">
            <a:extLst>
              <a:ext uri="{FF2B5EF4-FFF2-40B4-BE49-F238E27FC236}">
                <a16:creationId xmlns:a16="http://schemas.microsoft.com/office/drawing/2014/main" id="{FE6502C4-7B81-0B3F-C72D-E569693B9965}"/>
              </a:ext>
            </a:extLst>
          </p:cNvPr>
          <p:cNvSpPr>
            <a:spLocks noGrp="1"/>
          </p:cNvSpPr>
          <p:nvPr>
            <p:ph sz="quarter" idx="15" hasCustomPrompt="1"/>
          </p:nvPr>
        </p:nvSpPr>
        <p:spPr>
          <a:xfrm>
            <a:off x="6552217" y="1424682"/>
            <a:ext cx="5182583"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1144FC09-29AD-D6F4-8E57-B8E23954FD68}"/>
              </a:ext>
            </a:extLst>
          </p:cNvPr>
          <p:cNvSpPr>
            <a:spLocks noGrp="1"/>
          </p:cNvSpPr>
          <p:nvPr>
            <p:ph sz="quarter" idx="16" hasCustomPrompt="1"/>
          </p:nvPr>
        </p:nvSpPr>
        <p:spPr>
          <a:xfrm>
            <a:off x="455460" y="1424682"/>
            <a:ext cx="5181827" cy="4712657"/>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9696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Blank">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75ED1D9C-4771-1643-BB4A-B052187087AB}"/>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 name="Title 1">
            <a:extLst>
              <a:ext uri="{FF2B5EF4-FFF2-40B4-BE49-F238E27FC236}">
                <a16:creationId xmlns:a16="http://schemas.microsoft.com/office/drawing/2014/main" id="{DC8FFEE2-5DD4-DE82-A594-EA1B872FEBA5}"/>
              </a:ext>
            </a:extLst>
          </p:cNvPr>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36652981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Blank">
    <p:bg>
      <p:bgPr>
        <a:solidFill>
          <a:schemeClr val="tx2"/>
        </a:solidFill>
        <a:effectLst/>
      </p:bgPr>
    </p:bg>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2" name="TextBox 1">
            <a:extLst>
              <a:ext uri="{FF2B5EF4-FFF2-40B4-BE49-F238E27FC236}">
                <a16:creationId xmlns:a16="http://schemas.microsoft.com/office/drawing/2014/main" id="{5F9151FB-29FB-AAF7-A860-C1E7655D830F}"/>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pic>
        <p:nvPicPr>
          <p:cNvPr id="8" name="Graphic 7">
            <a:extLst>
              <a:ext uri="{FF2B5EF4-FFF2-40B4-BE49-F238E27FC236}">
                <a16:creationId xmlns:a16="http://schemas.microsoft.com/office/drawing/2014/main" id="{22E4336B-CFFE-3F85-6F63-B10E524121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439" y="6477927"/>
            <a:ext cx="226315" cy="301753"/>
          </a:xfrm>
          <a:prstGeom prst="rect">
            <a:avLst/>
          </a:prstGeom>
        </p:spPr>
      </p:pic>
      <p:sp>
        <p:nvSpPr>
          <p:cNvPr id="3" name="Title 1">
            <a:extLst>
              <a:ext uri="{FF2B5EF4-FFF2-40B4-BE49-F238E27FC236}">
                <a16:creationId xmlns:a16="http://schemas.microsoft.com/office/drawing/2014/main" id="{60993F0E-D003-4D7C-D79F-F110F379D14D}"/>
              </a:ext>
            </a:extLst>
          </p:cNvPr>
          <p:cNvSpPr>
            <a:spLocks noGrp="1"/>
          </p:cNvSpPr>
          <p:nvPr>
            <p:ph type="title" hasCustomPrompt="1"/>
          </p:nvPr>
        </p:nvSpPr>
        <p:spPr>
          <a:xfrm>
            <a:off x="453079" y="566400"/>
            <a:ext cx="11282099" cy="566928"/>
          </a:xfrm>
        </p:spPr>
        <p:txBody>
          <a:bodyPr/>
          <a:lstStyle>
            <a:lvl1pPr>
              <a:defRPr>
                <a:solidFill>
                  <a:schemeClr val="bg2"/>
                </a:solidFill>
              </a:defRPr>
            </a:lvl1pPr>
          </a:lstStyle>
          <a:p>
            <a:r>
              <a:rPr lang="en-US"/>
              <a:t>Click to edit Title (20 PT)</a:t>
            </a:r>
          </a:p>
        </p:txBody>
      </p:sp>
      <p:sp>
        <p:nvSpPr>
          <p:cNvPr id="4" name="TextBox 3">
            <a:extLst>
              <a:ext uri="{FF2B5EF4-FFF2-40B4-BE49-F238E27FC236}">
                <a16:creationId xmlns:a16="http://schemas.microsoft.com/office/drawing/2014/main" id="{B331E039-D173-F0EA-2812-798977532CCF}"/>
              </a:ext>
            </a:extLst>
          </p:cNvPr>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2068340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et The Team (x3)">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6733"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4" name="Picture Placeholder 3">
            <a:extLst>
              <a:ext uri="{FF2B5EF4-FFF2-40B4-BE49-F238E27FC236}">
                <a16:creationId xmlns:a16="http://schemas.microsoft.com/office/drawing/2014/main" id="{C8B787DA-B64F-6992-9832-9D139456FDBB}"/>
              </a:ext>
            </a:extLst>
          </p:cNvPr>
          <p:cNvSpPr>
            <a:spLocks noGrp="1" noChangeAspect="1"/>
          </p:cNvSpPr>
          <p:nvPr>
            <p:ph type="pic" sz="quarter" idx="11"/>
          </p:nvPr>
        </p:nvSpPr>
        <p:spPr>
          <a:xfrm>
            <a:off x="456733" y="674820"/>
            <a:ext cx="1525041" cy="1525041"/>
          </a:xfrm>
          <a:prstGeom prst="ellipse">
            <a:avLst/>
          </a:prstGeom>
        </p:spPr>
        <p:txBody>
          <a:bodyPr/>
          <a:lstStyle/>
          <a:p>
            <a:endParaRPr lang="en-US"/>
          </a:p>
        </p:txBody>
      </p:sp>
      <p:sp>
        <p:nvSpPr>
          <p:cNvPr id="7" name="Text Placeholder 6">
            <a:extLst>
              <a:ext uri="{FF2B5EF4-FFF2-40B4-BE49-F238E27FC236}">
                <a16:creationId xmlns:a16="http://schemas.microsoft.com/office/drawing/2014/main" id="{D5E57CFC-3B16-0EC2-6859-4DA36C904684}"/>
              </a:ext>
            </a:extLst>
          </p:cNvPr>
          <p:cNvSpPr>
            <a:spLocks noGrp="1"/>
          </p:cNvSpPr>
          <p:nvPr>
            <p:ph type="body" sz="quarter" idx="12" hasCustomPrompt="1"/>
          </p:nvPr>
        </p:nvSpPr>
        <p:spPr>
          <a:xfrm>
            <a:off x="2126173" y="1347076"/>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34" name="Text Placeholder 6">
            <a:extLst>
              <a:ext uri="{FF2B5EF4-FFF2-40B4-BE49-F238E27FC236}">
                <a16:creationId xmlns:a16="http://schemas.microsoft.com/office/drawing/2014/main" id="{95C3638A-A740-5FB0-ABB5-1842EDA3389A}"/>
              </a:ext>
            </a:extLst>
          </p:cNvPr>
          <p:cNvSpPr>
            <a:spLocks noGrp="1"/>
          </p:cNvSpPr>
          <p:nvPr>
            <p:ph type="body" sz="quarter" idx="13" hasCustomPrompt="1"/>
          </p:nvPr>
        </p:nvSpPr>
        <p:spPr>
          <a:xfrm>
            <a:off x="2126173" y="1536432"/>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9" name="Picture Placeholder 3">
            <a:extLst>
              <a:ext uri="{FF2B5EF4-FFF2-40B4-BE49-F238E27FC236}">
                <a16:creationId xmlns:a16="http://schemas.microsoft.com/office/drawing/2014/main" id="{FD102E8F-754F-DFCC-E4C9-35583A0ECF0D}"/>
              </a:ext>
            </a:extLst>
          </p:cNvPr>
          <p:cNvSpPr>
            <a:spLocks noGrp="1" noChangeAspect="1"/>
          </p:cNvSpPr>
          <p:nvPr>
            <p:ph type="pic" sz="quarter" idx="14"/>
          </p:nvPr>
        </p:nvSpPr>
        <p:spPr>
          <a:xfrm>
            <a:off x="4293237" y="674820"/>
            <a:ext cx="1525041" cy="1525041"/>
          </a:xfrm>
          <a:prstGeom prst="ellipse">
            <a:avLst/>
          </a:prstGeom>
        </p:spPr>
        <p:txBody>
          <a:bodyPr/>
          <a:lstStyle/>
          <a:p>
            <a:endParaRPr lang="en-US"/>
          </a:p>
        </p:txBody>
      </p:sp>
      <p:sp>
        <p:nvSpPr>
          <p:cNvPr id="10" name="Text Placeholder 6">
            <a:extLst>
              <a:ext uri="{FF2B5EF4-FFF2-40B4-BE49-F238E27FC236}">
                <a16:creationId xmlns:a16="http://schemas.microsoft.com/office/drawing/2014/main" id="{9C921D6E-C683-F52B-C7B0-72CDA59321FD}"/>
              </a:ext>
            </a:extLst>
          </p:cNvPr>
          <p:cNvSpPr>
            <a:spLocks noGrp="1"/>
          </p:cNvSpPr>
          <p:nvPr>
            <p:ph type="body" sz="quarter" idx="15" hasCustomPrompt="1"/>
          </p:nvPr>
        </p:nvSpPr>
        <p:spPr>
          <a:xfrm>
            <a:off x="5962677" y="1347076"/>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1" name="Text Placeholder 6">
            <a:extLst>
              <a:ext uri="{FF2B5EF4-FFF2-40B4-BE49-F238E27FC236}">
                <a16:creationId xmlns:a16="http://schemas.microsoft.com/office/drawing/2014/main" id="{51FDDDC1-6046-8324-1D5A-218FF73D0C54}"/>
              </a:ext>
            </a:extLst>
          </p:cNvPr>
          <p:cNvSpPr>
            <a:spLocks noGrp="1"/>
          </p:cNvSpPr>
          <p:nvPr>
            <p:ph type="body" sz="quarter" idx="16" hasCustomPrompt="1"/>
          </p:nvPr>
        </p:nvSpPr>
        <p:spPr>
          <a:xfrm>
            <a:off x="5962677" y="1536432"/>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2" name="Picture Placeholder 3">
            <a:extLst>
              <a:ext uri="{FF2B5EF4-FFF2-40B4-BE49-F238E27FC236}">
                <a16:creationId xmlns:a16="http://schemas.microsoft.com/office/drawing/2014/main" id="{9B430A6C-A1FC-197A-7DAF-4DAB1A2DE5FB}"/>
              </a:ext>
            </a:extLst>
          </p:cNvPr>
          <p:cNvSpPr>
            <a:spLocks noGrp="1" noChangeAspect="1"/>
          </p:cNvSpPr>
          <p:nvPr>
            <p:ph type="pic" sz="quarter" idx="17"/>
          </p:nvPr>
        </p:nvSpPr>
        <p:spPr>
          <a:xfrm>
            <a:off x="8129741" y="674820"/>
            <a:ext cx="1525041" cy="1525041"/>
          </a:xfrm>
          <a:prstGeom prst="ellipse">
            <a:avLst/>
          </a:prstGeom>
        </p:spPr>
        <p:txBody>
          <a:bodyPr/>
          <a:lstStyle/>
          <a:p>
            <a:endParaRPr lang="en-US"/>
          </a:p>
        </p:txBody>
      </p:sp>
      <p:sp>
        <p:nvSpPr>
          <p:cNvPr id="13" name="Text Placeholder 6">
            <a:extLst>
              <a:ext uri="{FF2B5EF4-FFF2-40B4-BE49-F238E27FC236}">
                <a16:creationId xmlns:a16="http://schemas.microsoft.com/office/drawing/2014/main" id="{9A320DCC-07C1-F9EC-2E82-537B2522959A}"/>
              </a:ext>
            </a:extLst>
          </p:cNvPr>
          <p:cNvSpPr>
            <a:spLocks noGrp="1"/>
          </p:cNvSpPr>
          <p:nvPr>
            <p:ph type="body" sz="quarter" idx="18" hasCustomPrompt="1"/>
          </p:nvPr>
        </p:nvSpPr>
        <p:spPr>
          <a:xfrm>
            <a:off x="9799181" y="1347076"/>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4" name="Text Placeholder 6">
            <a:extLst>
              <a:ext uri="{FF2B5EF4-FFF2-40B4-BE49-F238E27FC236}">
                <a16:creationId xmlns:a16="http://schemas.microsoft.com/office/drawing/2014/main" id="{8A979CDB-8617-DFEA-9B16-51501D3D84F9}"/>
              </a:ext>
            </a:extLst>
          </p:cNvPr>
          <p:cNvSpPr>
            <a:spLocks noGrp="1"/>
          </p:cNvSpPr>
          <p:nvPr>
            <p:ph type="body" sz="quarter" idx="19" hasCustomPrompt="1"/>
          </p:nvPr>
        </p:nvSpPr>
        <p:spPr>
          <a:xfrm>
            <a:off x="9799181" y="1536432"/>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6" name="Picture Placeholder 3">
            <a:extLst>
              <a:ext uri="{FF2B5EF4-FFF2-40B4-BE49-F238E27FC236}">
                <a16:creationId xmlns:a16="http://schemas.microsoft.com/office/drawing/2014/main" id="{7AF40FA2-47E7-6160-5F40-D941C6E0F589}"/>
              </a:ext>
            </a:extLst>
          </p:cNvPr>
          <p:cNvSpPr>
            <a:spLocks noGrp="1" noChangeAspect="1"/>
          </p:cNvSpPr>
          <p:nvPr>
            <p:ph type="pic" sz="quarter" idx="20"/>
          </p:nvPr>
        </p:nvSpPr>
        <p:spPr>
          <a:xfrm>
            <a:off x="456733" y="2477115"/>
            <a:ext cx="1525041" cy="1525041"/>
          </a:xfrm>
          <a:prstGeom prst="ellipse">
            <a:avLst/>
          </a:prstGeom>
        </p:spPr>
        <p:txBody>
          <a:bodyPr/>
          <a:lstStyle/>
          <a:p>
            <a:endParaRPr lang="en-US"/>
          </a:p>
        </p:txBody>
      </p:sp>
      <p:sp>
        <p:nvSpPr>
          <p:cNvPr id="18" name="Text Placeholder 6">
            <a:extLst>
              <a:ext uri="{FF2B5EF4-FFF2-40B4-BE49-F238E27FC236}">
                <a16:creationId xmlns:a16="http://schemas.microsoft.com/office/drawing/2014/main" id="{46CCB442-9010-7E7F-86C1-D47152C3292A}"/>
              </a:ext>
            </a:extLst>
          </p:cNvPr>
          <p:cNvSpPr>
            <a:spLocks noGrp="1"/>
          </p:cNvSpPr>
          <p:nvPr>
            <p:ph type="body" sz="quarter" idx="21" hasCustomPrompt="1"/>
          </p:nvPr>
        </p:nvSpPr>
        <p:spPr>
          <a:xfrm>
            <a:off x="2126173" y="3149371"/>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9" name="Text Placeholder 6">
            <a:extLst>
              <a:ext uri="{FF2B5EF4-FFF2-40B4-BE49-F238E27FC236}">
                <a16:creationId xmlns:a16="http://schemas.microsoft.com/office/drawing/2014/main" id="{AC9524A6-A787-FEC3-5E51-6981901E1AD8}"/>
              </a:ext>
            </a:extLst>
          </p:cNvPr>
          <p:cNvSpPr>
            <a:spLocks noGrp="1"/>
          </p:cNvSpPr>
          <p:nvPr>
            <p:ph type="body" sz="quarter" idx="22" hasCustomPrompt="1"/>
          </p:nvPr>
        </p:nvSpPr>
        <p:spPr>
          <a:xfrm>
            <a:off x="2126173" y="3338727"/>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20" name="Picture Placeholder 3">
            <a:extLst>
              <a:ext uri="{FF2B5EF4-FFF2-40B4-BE49-F238E27FC236}">
                <a16:creationId xmlns:a16="http://schemas.microsoft.com/office/drawing/2014/main" id="{0B0CEB95-E752-9B22-441D-48D4E61DE6D4}"/>
              </a:ext>
            </a:extLst>
          </p:cNvPr>
          <p:cNvSpPr>
            <a:spLocks noGrp="1" noChangeAspect="1"/>
          </p:cNvSpPr>
          <p:nvPr>
            <p:ph type="pic" sz="quarter" idx="23"/>
          </p:nvPr>
        </p:nvSpPr>
        <p:spPr>
          <a:xfrm>
            <a:off x="4293237" y="2477115"/>
            <a:ext cx="1525041" cy="1525041"/>
          </a:xfrm>
          <a:prstGeom prst="ellipse">
            <a:avLst/>
          </a:prstGeom>
        </p:spPr>
        <p:txBody>
          <a:bodyPr/>
          <a:lstStyle/>
          <a:p>
            <a:endParaRPr lang="en-US"/>
          </a:p>
        </p:txBody>
      </p:sp>
      <p:sp>
        <p:nvSpPr>
          <p:cNvPr id="21" name="Text Placeholder 6">
            <a:extLst>
              <a:ext uri="{FF2B5EF4-FFF2-40B4-BE49-F238E27FC236}">
                <a16:creationId xmlns:a16="http://schemas.microsoft.com/office/drawing/2014/main" id="{604D1154-2DDC-A01E-0BD1-70C2CD21E321}"/>
              </a:ext>
            </a:extLst>
          </p:cNvPr>
          <p:cNvSpPr>
            <a:spLocks noGrp="1"/>
          </p:cNvSpPr>
          <p:nvPr>
            <p:ph type="body" sz="quarter" idx="24" hasCustomPrompt="1"/>
          </p:nvPr>
        </p:nvSpPr>
        <p:spPr>
          <a:xfrm>
            <a:off x="5962677" y="3149371"/>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22" name="Text Placeholder 6">
            <a:extLst>
              <a:ext uri="{FF2B5EF4-FFF2-40B4-BE49-F238E27FC236}">
                <a16:creationId xmlns:a16="http://schemas.microsoft.com/office/drawing/2014/main" id="{8B1F2DD4-F624-E977-7EC0-20D7C6A409CF}"/>
              </a:ext>
            </a:extLst>
          </p:cNvPr>
          <p:cNvSpPr>
            <a:spLocks noGrp="1"/>
          </p:cNvSpPr>
          <p:nvPr>
            <p:ph type="body" sz="quarter" idx="25" hasCustomPrompt="1"/>
          </p:nvPr>
        </p:nvSpPr>
        <p:spPr>
          <a:xfrm>
            <a:off x="5962677" y="3338727"/>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23" name="Picture Placeholder 3">
            <a:extLst>
              <a:ext uri="{FF2B5EF4-FFF2-40B4-BE49-F238E27FC236}">
                <a16:creationId xmlns:a16="http://schemas.microsoft.com/office/drawing/2014/main" id="{7BB311F1-C8C8-1086-7E62-16001C9A8621}"/>
              </a:ext>
            </a:extLst>
          </p:cNvPr>
          <p:cNvSpPr>
            <a:spLocks noGrp="1" noChangeAspect="1"/>
          </p:cNvSpPr>
          <p:nvPr>
            <p:ph type="pic" sz="quarter" idx="26"/>
          </p:nvPr>
        </p:nvSpPr>
        <p:spPr>
          <a:xfrm>
            <a:off x="8129741" y="2477115"/>
            <a:ext cx="1525041" cy="1525041"/>
          </a:xfrm>
          <a:prstGeom prst="ellipse">
            <a:avLst/>
          </a:prstGeom>
        </p:spPr>
        <p:txBody>
          <a:bodyPr/>
          <a:lstStyle/>
          <a:p>
            <a:endParaRPr lang="en-US"/>
          </a:p>
        </p:txBody>
      </p:sp>
      <p:sp>
        <p:nvSpPr>
          <p:cNvPr id="24" name="Text Placeholder 6">
            <a:extLst>
              <a:ext uri="{FF2B5EF4-FFF2-40B4-BE49-F238E27FC236}">
                <a16:creationId xmlns:a16="http://schemas.microsoft.com/office/drawing/2014/main" id="{700289B0-6D6C-4E06-5695-62F100F24DB7}"/>
              </a:ext>
            </a:extLst>
          </p:cNvPr>
          <p:cNvSpPr>
            <a:spLocks noGrp="1"/>
          </p:cNvSpPr>
          <p:nvPr>
            <p:ph type="body" sz="quarter" idx="27" hasCustomPrompt="1"/>
          </p:nvPr>
        </p:nvSpPr>
        <p:spPr>
          <a:xfrm>
            <a:off x="9799181" y="3149371"/>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25" name="Text Placeholder 6">
            <a:extLst>
              <a:ext uri="{FF2B5EF4-FFF2-40B4-BE49-F238E27FC236}">
                <a16:creationId xmlns:a16="http://schemas.microsoft.com/office/drawing/2014/main" id="{ABC8D0AB-5F4C-5731-4C67-7D8A18649CD0}"/>
              </a:ext>
            </a:extLst>
          </p:cNvPr>
          <p:cNvSpPr>
            <a:spLocks noGrp="1"/>
          </p:cNvSpPr>
          <p:nvPr>
            <p:ph type="body" sz="quarter" idx="28" hasCustomPrompt="1"/>
          </p:nvPr>
        </p:nvSpPr>
        <p:spPr>
          <a:xfrm>
            <a:off x="9799181" y="3338727"/>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26" name="Picture Placeholder 3">
            <a:extLst>
              <a:ext uri="{FF2B5EF4-FFF2-40B4-BE49-F238E27FC236}">
                <a16:creationId xmlns:a16="http://schemas.microsoft.com/office/drawing/2014/main" id="{2C655817-5B4E-9592-2FC7-60C2F29B6017}"/>
              </a:ext>
            </a:extLst>
          </p:cNvPr>
          <p:cNvSpPr>
            <a:spLocks noGrp="1" noChangeAspect="1"/>
          </p:cNvSpPr>
          <p:nvPr>
            <p:ph type="pic" sz="quarter" idx="29"/>
          </p:nvPr>
        </p:nvSpPr>
        <p:spPr>
          <a:xfrm>
            <a:off x="456733" y="4279410"/>
            <a:ext cx="1525041" cy="1525041"/>
          </a:xfrm>
          <a:prstGeom prst="ellipse">
            <a:avLst/>
          </a:prstGeom>
        </p:spPr>
        <p:txBody>
          <a:bodyPr/>
          <a:lstStyle/>
          <a:p>
            <a:endParaRPr lang="en-US"/>
          </a:p>
        </p:txBody>
      </p:sp>
      <p:sp>
        <p:nvSpPr>
          <p:cNvPr id="27" name="Text Placeholder 6">
            <a:extLst>
              <a:ext uri="{FF2B5EF4-FFF2-40B4-BE49-F238E27FC236}">
                <a16:creationId xmlns:a16="http://schemas.microsoft.com/office/drawing/2014/main" id="{D5A5351B-BAB9-274B-61DC-13411B05BB8D}"/>
              </a:ext>
            </a:extLst>
          </p:cNvPr>
          <p:cNvSpPr>
            <a:spLocks noGrp="1"/>
          </p:cNvSpPr>
          <p:nvPr>
            <p:ph type="body" sz="quarter" idx="30" hasCustomPrompt="1"/>
          </p:nvPr>
        </p:nvSpPr>
        <p:spPr>
          <a:xfrm>
            <a:off x="2126173" y="4951666"/>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28" name="Text Placeholder 6">
            <a:extLst>
              <a:ext uri="{FF2B5EF4-FFF2-40B4-BE49-F238E27FC236}">
                <a16:creationId xmlns:a16="http://schemas.microsoft.com/office/drawing/2014/main" id="{09316259-14FD-2691-58E2-FA2EDD9FB150}"/>
              </a:ext>
            </a:extLst>
          </p:cNvPr>
          <p:cNvSpPr>
            <a:spLocks noGrp="1"/>
          </p:cNvSpPr>
          <p:nvPr>
            <p:ph type="body" sz="quarter" idx="31" hasCustomPrompt="1"/>
          </p:nvPr>
        </p:nvSpPr>
        <p:spPr>
          <a:xfrm>
            <a:off x="2126173" y="5141022"/>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29" name="Picture Placeholder 3">
            <a:extLst>
              <a:ext uri="{FF2B5EF4-FFF2-40B4-BE49-F238E27FC236}">
                <a16:creationId xmlns:a16="http://schemas.microsoft.com/office/drawing/2014/main" id="{4692CB9A-8EF3-F992-6254-ADC3D1DB49FE}"/>
              </a:ext>
            </a:extLst>
          </p:cNvPr>
          <p:cNvSpPr>
            <a:spLocks noGrp="1" noChangeAspect="1"/>
          </p:cNvSpPr>
          <p:nvPr>
            <p:ph type="pic" sz="quarter" idx="32"/>
          </p:nvPr>
        </p:nvSpPr>
        <p:spPr>
          <a:xfrm>
            <a:off x="4293237" y="4279410"/>
            <a:ext cx="1525041" cy="1525041"/>
          </a:xfrm>
          <a:prstGeom prst="ellipse">
            <a:avLst/>
          </a:prstGeom>
        </p:spPr>
        <p:txBody>
          <a:bodyPr/>
          <a:lstStyle/>
          <a:p>
            <a:endParaRPr lang="en-US"/>
          </a:p>
        </p:txBody>
      </p:sp>
      <p:sp>
        <p:nvSpPr>
          <p:cNvPr id="30" name="Text Placeholder 6">
            <a:extLst>
              <a:ext uri="{FF2B5EF4-FFF2-40B4-BE49-F238E27FC236}">
                <a16:creationId xmlns:a16="http://schemas.microsoft.com/office/drawing/2014/main" id="{394359C4-2712-2357-3CF8-68AC54F75866}"/>
              </a:ext>
            </a:extLst>
          </p:cNvPr>
          <p:cNvSpPr>
            <a:spLocks noGrp="1"/>
          </p:cNvSpPr>
          <p:nvPr>
            <p:ph type="body" sz="quarter" idx="33" hasCustomPrompt="1"/>
          </p:nvPr>
        </p:nvSpPr>
        <p:spPr>
          <a:xfrm>
            <a:off x="5962677" y="4951666"/>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31" name="Text Placeholder 6">
            <a:extLst>
              <a:ext uri="{FF2B5EF4-FFF2-40B4-BE49-F238E27FC236}">
                <a16:creationId xmlns:a16="http://schemas.microsoft.com/office/drawing/2014/main" id="{D61E804C-AFE4-D76A-52C4-FBECD8A4C205}"/>
              </a:ext>
            </a:extLst>
          </p:cNvPr>
          <p:cNvSpPr>
            <a:spLocks noGrp="1"/>
          </p:cNvSpPr>
          <p:nvPr>
            <p:ph type="body" sz="quarter" idx="34" hasCustomPrompt="1"/>
          </p:nvPr>
        </p:nvSpPr>
        <p:spPr>
          <a:xfrm>
            <a:off x="5962677" y="5141022"/>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32" name="Picture Placeholder 3">
            <a:extLst>
              <a:ext uri="{FF2B5EF4-FFF2-40B4-BE49-F238E27FC236}">
                <a16:creationId xmlns:a16="http://schemas.microsoft.com/office/drawing/2014/main" id="{3C03B81A-19EE-EEEA-3B2A-4853386E2998}"/>
              </a:ext>
            </a:extLst>
          </p:cNvPr>
          <p:cNvSpPr>
            <a:spLocks noGrp="1" noChangeAspect="1"/>
          </p:cNvSpPr>
          <p:nvPr>
            <p:ph type="pic" sz="quarter" idx="35"/>
          </p:nvPr>
        </p:nvSpPr>
        <p:spPr>
          <a:xfrm>
            <a:off x="8129741" y="4279410"/>
            <a:ext cx="1525041" cy="1525041"/>
          </a:xfrm>
          <a:prstGeom prst="ellipse">
            <a:avLst/>
          </a:prstGeom>
        </p:spPr>
        <p:txBody>
          <a:bodyPr/>
          <a:lstStyle/>
          <a:p>
            <a:endParaRPr lang="en-US"/>
          </a:p>
        </p:txBody>
      </p:sp>
      <p:sp>
        <p:nvSpPr>
          <p:cNvPr id="33" name="Text Placeholder 6">
            <a:extLst>
              <a:ext uri="{FF2B5EF4-FFF2-40B4-BE49-F238E27FC236}">
                <a16:creationId xmlns:a16="http://schemas.microsoft.com/office/drawing/2014/main" id="{6EB1C1B5-A6BD-F1DC-2F99-80F4040CC412}"/>
              </a:ext>
            </a:extLst>
          </p:cNvPr>
          <p:cNvSpPr>
            <a:spLocks noGrp="1"/>
          </p:cNvSpPr>
          <p:nvPr>
            <p:ph type="body" sz="quarter" idx="36" hasCustomPrompt="1"/>
          </p:nvPr>
        </p:nvSpPr>
        <p:spPr>
          <a:xfrm>
            <a:off x="9799181" y="4951666"/>
            <a:ext cx="1891428"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35" name="Text Placeholder 6">
            <a:extLst>
              <a:ext uri="{FF2B5EF4-FFF2-40B4-BE49-F238E27FC236}">
                <a16:creationId xmlns:a16="http://schemas.microsoft.com/office/drawing/2014/main" id="{82D273B7-BE17-286E-ADE4-AC3DE4006F3F}"/>
              </a:ext>
            </a:extLst>
          </p:cNvPr>
          <p:cNvSpPr>
            <a:spLocks noGrp="1"/>
          </p:cNvSpPr>
          <p:nvPr>
            <p:ph type="body" sz="quarter" idx="37" hasCustomPrompt="1"/>
          </p:nvPr>
        </p:nvSpPr>
        <p:spPr>
          <a:xfrm>
            <a:off x="9799181" y="5141022"/>
            <a:ext cx="1891428"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Tree>
    <p:extLst>
      <p:ext uri="{BB962C8B-B14F-4D97-AF65-F5344CB8AC3E}">
        <p14:creationId xmlns:p14="http://schemas.microsoft.com/office/powerpoint/2010/main" val="13658264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et The Team (x4)">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6733"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4" name="Picture Placeholder 3">
            <a:extLst>
              <a:ext uri="{FF2B5EF4-FFF2-40B4-BE49-F238E27FC236}">
                <a16:creationId xmlns:a16="http://schemas.microsoft.com/office/drawing/2014/main" id="{C8B787DA-B64F-6992-9832-9D139456FDBB}"/>
              </a:ext>
            </a:extLst>
          </p:cNvPr>
          <p:cNvSpPr>
            <a:spLocks noGrp="1" noChangeAspect="1"/>
          </p:cNvSpPr>
          <p:nvPr>
            <p:ph type="pic" sz="quarter" idx="11"/>
          </p:nvPr>
        </p:nvSpPr>
        <p:spPr>
          <a:xfrm>
            <a:off x="456733" y="674820"/>
            <a:ext cx="1193140" cy="1193140"/>
          </a:xfrm>
          <a:prstGeom prst="ellipse">
            <a:avLst/>
          </a:prstGeom>
        </p:spPr>
        <p:txBody>
          <a:bodyPr/>
          <a:lstStyle/>
          <a:p>
            <a:endParaRPr lang="en-US"/>
          </a:p>
        </p:txBody>
      </p:sp>
      <p:sp>
        <p:nvSpPr>
          <p:cNvPr id="7" name="Text Placeholder 6">
            <a:extLst>
              <a:ext uri="{FF2B5EF4-FFF2-40B4-BE49-F238E27FC236}">
                <a16:creationId xmlns:a16="http://schemas.microsoft.com/office/drawing/2014/main" id="{D5E57CFC-3B16-0EC2-6859-4DA36C904684}"/>
              </a:ext>
            </a:extLst>
          </p:cNvPr>
          <p:cNvSpPr>
            <a:spLocks noGrp="1"/>
          </p:cNvSpPr>
          <p:nvPr>
            <p:ph type="body" sz="quarter" idx="12" hasCustomPrompt="1"/>
          </p:nvPr>
        </p:nvSpPr>
        <p:spPr>
          <a:xfrm>
            <a:off x="1789210" y="1180363"/>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34" name="Text Placeholder 6">
            <a:extLst>
              <a:ext uri="{FF2B5EF4-FFF2-40B4-BE49-F238E27FC236}">
                <a16:creationId xmlns:a16="http://schemas.microsoft.com/office/drawing/2014/main" id="{95C3638A-A740-5FB0-ABB5-1842EDA3389A}"/>
              </a:ext>
            </a:extLst>
          </p:cNvPr>
          <p:cNvSpPr>
            <a:spLocks noGrp="1"/>
          </p:cNvSpPr>
          <p:nvPr>
            <p:ph type="body" sz="quarter" idx="13" hasCustomPrompt="1"/>
          </p:nvPr>
        </p:nvSpPr>
        <p:spPr>
          <a:xfrm>
            <a:off x="1789210" y="1369719"/>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81" name="Picture Placeholder 3">
            <a:extLst>
              <a:ext uri="{FF2B5EF4-FFF2-40B4-BE49-F238E27FC236}">
                <a16:creationId xmlns:a16="http://schemas.microsoft.com/office/drawing/2014/main" id="{033DC950-3440-E2F3-FB49-E0CA30C234E3}"/>
              </a:ext>
            </a:extLst>
          </p:cNvPr>
          <p:cNvSpPr>
            <a:spLocks noGrp="1" noChangeAspect="1"/>
          </p:cNvSpPr>
          <p:nvPr>
            <p:ph type="pic" sz="quarter" idx="14"/>
          </p:nvPr>
        </p:nvSpPr>
        <p:spPr>
          <a:xfrm>
            <a:off x="9154295" y="674820"/>
            <a:ext cx="1193140" cy="1193140"/>
          </a:xfrm>
          <a:prstGeom prst="ellipse">
            <a:avLst/>
          </a:prstGeom>
        </p:spPr>
        <p:txBody>
          <a:bodyPr/>
          <a:lstStyle/>
          <a:p>
            <a:endParaRPr lang="en-US"/>
          </a:p>
        </p:txBody>
      </p:sp>
      <p:sp>
        <p:nvSpPr>
          <p:cNvPr id="82" name="Text Placeholder 6">
            <a:extLst>
              <a:ext uri="{FF2B5EF4-FFF2-40B4-BE49-F238E27FC236}">
                <a16:creationId xmlns:a16="http://schemas.microsoft.com/office/drawing/2014/main" id="{5CA48728-80CC-D094-AF86-5EA911DDFF4B}"/>
              </a:ext>
            </a:extLst>
          </p:cNvPr>
          <p:cNvSpPr>
            <a:spLocks noGrp="1"/>
          </p:cNvSpPr>
          <p:nvPr>
            <p:ph type="body" sz="quarter" idx="15" hasCustomPrompt="1"/>
          </p:nvPr>
        </p:nvSpPr>
        <p:spPr>
          <a:xfrm>
            <a:off x="10486772" y="1180363"/>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83" name="Text Placeholder 6">
            <a:extLst>
              <a:ext uri="{FF2B5EF4-FFF2-40B4-BE49-F238E27FC236}">
                <a16:creationId xmlns:a16="http://schemas.microsoft.com/office/drawing/2014/main" id="{535F8662-EE3B-924F-0151-E610E215C386}"/>
              </a:ext>
            </a:extLst>
          </p:cNvPr>
          <p:cNvSpPr>
            <a:spLocks noGrp="1"/>
          </p:cNvSpPr>
          <p:nvPr>
            <p:ph type="body" sz="quarter" idx="16" hasCustomPrompt="1"/>
          </p:nvPr>
        </p:nvSpPr>
        <p:spPr>
          <a:xfrm>
            <a:off x="10486772" y="1369719"/>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87" name="Picture Placeholder 3">
            <a:extLst>
              <a:ext uri="{FF2B5EF4-FFF2-40B4-BE49-F238E27FC236}">
                <a16:creationId xmlns:a16="http://schemas.microsoft.com/office/drawing/2014/main" id="{BBDA89B8-51F5-1B2F-D843-D2FABCB9C63C}"/>
              </a:ext>
            </a:extLst>
          </p:cNvPr>
          <p:cNvSpPr>
            <a:spLocks noGrp="1" noChangeAspect="1"/>
          </p:cNvSpPr>
          <p:nvPr>
            <p:ph type="pic" sz="quarter" idx="17"/>
          </p:nvPr>
        </p:nvSpPr>
        <p:spPr>
          <a:xfrm>
            <a:off x="6255107" y="674820"/>
            <a:ext cx="1193140" cy="1193140"/>
          </a:xfrm>
          <a:prstGeom prst="ellipse">
            <a:avLst/>
          </a:prstGeom>
        </p:spPr>
        <p:txBody>
          <a:bodyPr/>
          <a:lstStyle/>
          <a:p>
            <a:endParaRPr lang="en-US"/>
          </a:p>
        </p:txBody>
      </p:sp>
      <p:sp>
        <p:nvSpPr>
          <p:cNvPr id="88" name="Text Placeholder 6">
            <a:extLst>
              <a:ext uri="{FF2B5EF4-FFF2-40B4-BE49-F238E27FC236}">
                <a16:creationId xmlns:a16="http://schemas.microsoft.com/office/drawing/2014/main" id="{24F0CE3C-90AF-F43B-4E52-9ABAA3967B7A}"/>
              </a:ext>
            </a:extLst>
          </p:cNvPr>
          <p:cNvSpPr>
            <a:spLocks noGrp="1"/>
          </p:cNvSpPr>
          <p:nvPr>
            <p:ph type="body" sz="quarter" idx="18" hasCustomPrompt="1"/>
          </p:nvPr>
        </p:nvSpPr>
        <p:spPr>
          <a:xfrm>
            <a:off x="7587584" y="1180363"/>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89" name="Text Placeholder 6">
            <a:extLst>
              <a:ext uri="{FF2B5EF4-FFF2-40B4-BE49-F238E27FC236}">
                <a16:creationId xmlns:a16="http://schemas.microsoft.com/office/drawing/2014/main" id="{C5AC48F6-955C-1121-C8BC-0D0A01CF71D3}"/>
              </a:ext>
            </a:extLst>
          </p:cNvPr>
          <p:cNvSpPr>
            <a:spLocks noGrp="1"/>
          </p:cNvSpPr>
          <p:nvPr>
            <p:ph type="body" sz="quarter" idx="19" hasCustomPrompt="1"/>
          </p:nvPr>
        </p:nvSpPr>
        <p:spPr>
          <a:xfrm>
            <a:off x="7587584" y="1369719"/>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90" name="Picture Placeholder 3">
            <a:extLst>
              <a:ext uri="{FF2B5EF4-FFF2-40B4-BE49-F238E27FC236}">
                <a16:creationId xmlns:a16="http://schemas.microsoft.com/office/drawing/2014/main" id="{71358592-91C8-5C8A-620F-D92AB847A3D2}"/>
              </a:ext>
            </a:extLst>
          </p:cNvPr>
          <p:cNvSpPr>
            <a:spLocks noGrp="1" noChangeAspect="1"/>
          </p:cNvSpPr>
          <p:nvPr>
            <p:ph type="pic" sz="quarter" idx="20"/>
          </p:nvPr>
        </p:nvSpPr>
        <p:spPr>
          <a:xfrm>
            <a:off x="3355919" y="674820"/>
            <a:ext cx="1193140" cy="1193140"/>
          </a:xfrm>
          <a:prstGeom prst="ellipse">
            <a:avLst/>
          </a:prstGeom>
        </p:spPr>
        <p:txBody>
          <a:bodyPr/>
          <a:lstStyle/>
          <a:p>
            <a:endParaRPr lang="en-US"/>
          </a:p>
        </p:txBody>
      </p:sp>
      <p:sp>
        <p:nvSpPr>
          <p:cNvPr id="91" name="Text Placeholder 6">
            <a:extLst>
              <a:ext uri="{FF2B5EF4-FFF2-40B4-BE49-F238E27FC236}">
                <a16:creationId xmlns:a16="http://schemas.microsoft.com/office/drawing/2014/main" id="{AC58ABF6-7A72-B615-09D7-617AC1E98CE8}"/>
              </a:ext>
            </a:extLst>
          </p:cNvPr>
          <p:cNvSpPr>
            <a:spLocks noGrp="1"/>
          </p:cNvSpPr>
          <p:nvPr>
            <p:ph type="body" sz="quarter" idx="21" hasCustomPrompt="1"/>
          </p:nvPr>
        </p:nvSpPr>
        <p:spPr>
          <a:xfrm>
            <a:off x="4688396" y="1180363"/>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92" name="Text Placeholder 6">
            <a:extLst>
              <a:ext uri="{FF2B5EF4-FFF2-40B4-BE49-F238E27FC236}">
                <a16:creationId xmlns:a16="http://schemas.microsoft.com/office/drawing/2014/main" id="{50681023-459F-D169-434B-D653C6836449}"/>
              </a:ext>
            </a:extLst>
          </p:cNvPr>
          <p:cNvSpPr>
            <a:spLocks noGrp="1"/>
          </p:cNvSpPr>
          <p:nvPr>
            <p:ph type="body" sz="quarter" idx="22" hasCustomPrompt="1"/>
          </p:nvPr>
        </p:nvSpPr>
        <p:spPr>
          <a:xfrm>
            <a:off x="4688396" y="1369719"/>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97" name="Picture Placeholder 3">
            <a:extLst>
              <a:ext uri="{FF2B5EF4-FFF2-40B4-BE49-F238E27FC236}">
                <a16:creationId xmlns:a16="http://schemas.microsoft.com/office/drawing/2014/main" id="{FF34D4C0-89DE-C5F4-B8FC-AFCB18AAC9FB}"/>
              </a:ext>
            </a:extLst>
          </p:cNvPr>
          <p:cNvSpPr>
            <a:spLocks noGrp="1" noChangeAspect="1"/>
          </p:cNvSpPr>
          <p:nvPr>
            <p:ph type="pic" sz="quarter" idx="23"/>
          </p:nvPr>
        </p:nvSpPr>
        <p:spPr>
          <a:xfrm>
            <a:off x="456733" y="2128865"/>
            <a:ext cx="1193140" cy="1193140"/>
          </a:xfrm>
          <a:prstGeom prst="ellipse">
            <a:avLst/>
          </a:prstGeom>
        </p:spPr>
        <p:txBody>
          <a:bodyPr/>
          <a:lstStyle/>
          <a:p>
            <a:endParaRPr lang="en-US"/>
          </a:p>
        </p:txBody>
      </p:sp>
      <p:sp>
        <p:nvSpPr>
          <p:cNvPr id="98" name="Text Placeholder 6">
            <a:extLst>
              <a:ext uri="{FF2B5EF4-FFF2-40B4-BE49-F238E27FC236}">
                <a16:creationId xmlns:a16="http://schemas.microsoft.com/office/drawing/2014/main" id="{4C820C30-E282-AA0B-96BD-0EFF27CF7AAC}"/>
              </a:ext>
            </a:extLst>
          </p:cNvPr>
          <p:cNvSpPr>
            <a:spLocks noGrp="1"/>
          </p:cNvSpPr>
          <p:nvPr>
            <p:ph type="body" sz="quarter" idx="24" hasCustomPrompt="1"/>
          </p:nvPr>
        </p:nvSpPr>
        <p:spPr>
          <a:xfrm>
            <a:off x="1789210" y="2634408"/>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99" name="Text Placeholder 6">
            <a:extLst>
              <a:ext uri="{FF2B5EF4-FFF2-40B4-BE49-F238E27FC236}">
                <a16:creationId xmlns:a16="http://schemas.microsoft.com/office/drawing/2014/main" id="{CDFA48A0-CEF7-910B-8587-D6D74470F2C2}"/>
              </a:ext>
            </a:extLst>
          </p:cNvPr>
          <p:cNvSpPr>
            <a:spLocks noGrp="1"/>
          </p:cNvSpPr>
          <p:nvPr>
            <p:ph type="body" sz="quarter" idx="25" hasCustomPrompt="1"/>
          </p:nvPr>
        </p:nvSpPr>
        <p:spPr>
          <a:xfrm>
            <a:off x="1789210" y="2823764"/>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00" name="Picture Placeholder 3">
            <a:extLst>
              <a:ext uri="{FF2B5EF4-FFF2-40B4-BE49-F238E27FC236}">
                <a16:creationId xmlns:a16="http://schemas.microsoft.com/office/drawing/2014/main" id="{A2931FE8-5C26-78F8-DD9A-08572282FC13}"/>
              </a:ext>
            </a:extLst>
          </p:cNvPr>
          <p:cNvSpPr>
            <a:spLocks noGrp="1" noChangeAspect="1"/>
          </p:cNvSpPr>
          <p:nvPr>
            <p:ph type="pic" sz="quarter" idx="26"/>
          </p:nvPr>
        </p:nvSpPr>
        <p:spPr>
          <a:xfrm>
            <a:off x="9154295" y="2128865"/>
            <a:ext cx="1193140" cy="1193140"/>
          </a:xfrm>
          <a:prstGeom prst="ellipse">
            <a:avLst/>
          </a:prstGeom>
        </p:spPr>
        <p:txBody>
          <a:bodyPr/>
          <a:lstStyle/>
          <a:p>
            <a:endParaRPr lang="en-US"/>
          </a:p>
        </p:txBody>
      </p:sp>
      <p:sp>
        <p:nvSpPr>
          <p:cNvPr id="101" name="Text Placeholder 6">
            <a:extLst>
              <a:ext uri="{FF2B5EF4-FFF2-40B4-BE49-F238E27FC236}">
                <a16:creationId xmlns:a16="http://schemas.microsoft.com/office/drawing/2014/main" id="{EDEAD1DD-0249-1321-3F35-B2A86575EF7E}"/>
              </a:ext>
            </a:extLst>
          </p:cNvPr>
          <p:cNvSpPr>
            <a:spLocks noGrp="1"/>
          </p:cNvSpPr>
          <p:nvPr>
            <p:ph type="body" sz="quarter" idx="27" hasCustomPrompt="1"/>
          </p:nvPr>
        </p:nvSpPr>
        <p:spPr>
          <a:xfrm>
            <a:off x="10486772" y="2634408"/>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02" name="Text Placeholder 6">
            <a:extLst>
              <a:ext uri="{FF2B5EF4-FFF2-40B4-BE49-F238E27FC236}">
                <a16:creationId xmlns:a16="http://schemas.microsoft.com/office/drawing/2014/main" id="{44363748-D211-F2BA-126D-5C6F327F5174}"/>
              </a:ext>
            </a:extLst>
          </p:cNvPr>
          <p:cNvSpPr>
            <a:spLocks noGrp="1"/>
          </p:cNvSpPr>
          <p:nvPr>
            <p:ph type="body" sz="quarter" idx="28" hasCustomPrompt="1"/>
          </p:nvPr>
        </p:nvSpPr>
        <p:spPr>
          <a:xfrm>
            <a:off x="10486772" y="2823764"/>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03" name="Picture Placeholder 3">
            <a:extLst>
              <a:ext uri="{FF2B5EF4-FFF2-40B4-BE49-F238E27FC236}">
                <a16:creationId xmlns:a16="http://schemas.microsoft.com/office/drawing/2014/main" id="{00D04DAD-EE2F-F6CD-B0E9-898AA1F955D2}"/>
              </a:ext>
            </a:extLst>
          </p:cNvPr>
          <p:cNvSpPr>
            <a:spLocks noGrp="1" noChangeAspect="1"/>
          </p:cNvSpPr>
          <p:nvPr>
            <p:ph type="pic" sz="quarter" idx="29"/>
          </p:nvPr>
        </p:nvSpPr>
        <p:spPr>
          <a:xfrm>
            <a:off x="6255107" y="2128865"/>
            <a:ext cx="1193140" cy="1193140"/>
          </a:xfrm>
          <a:prstGeom prst="ellipse">
            <a:avLst/>
          </a:prstGeom>
        </p:spPr>
        <p:txBody>
          <a:bodyPr/>
          <a:lstStyle/>
          <a:p>
            <a:endParaRPr lang="en-US"/>
          </a:p>
        </p:txBody>
      </p:sp>
      <p:sp>
        <p:nvSpPr>
          <p:cNvPr id="104" name="Text Placeholder 6">
            <a:extLst>
              <a:ext uri="{FF2B5EF4-FFF2-40B4-BE49-F238E27FC236}">
                <a16:creationId xmlns:a16="http://schemas.microsoft.com/office/drawing/2014/main" id="{CF506486-FDE4-A1C1-E2F5-11837C60C258}"/>
              </a:ext>
            </a:extLst>
          </p:cNvPr>
          <p:cNvSpPr>
            <a:spLocks noGrp="1"/>
          </p:cNvSpPr>
          <p:nvPr>
            <p:ph type="body" sz="quarter" idx="30" hasCustomPrompt="1"/>
          </p:nvPr>
        </p:nvSpPr>
        <p:spPr>
          <a:xfrm>
            <a:off x="7587584" y="2634408"/>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05" name="Text Placeholder 6">
            <a:extLst>
              <a:ext uri="{FF2B5EF4-FFF2-40B4-BE49-F238E27FC236}">
                <a16:creationId xmlns:a16="http://schemas.microsoft.com/office/drawing/2014/main" id="{1165BDF7-C3F4-40CA-EC1A-6263A431CC8C}"/>
              </a:ext>
            </a:extLst>
          </p:cNvPr>
          <p:cNvSpPr>
            <a:spLocks noGrp="1"/>
          </p:cNvSpPr>
          <p:nvPr>
            <p:ph type="body" sz="quarter" idx="31" hasCustomPrompt="1"/>
          </p:nvPr>
        </p:nvSpPr>
        <p:spPr>
          <a:xfrm>
            <a:off x="7587584" y="2823764"/>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06" name="Picture Placeholder 3">
            <a:extLst>
              <a:ext uri="{FF2B5EF4-FFF2-40B4-BE49-F238E27FC236}">
                <a16:creationId xmlns:a16="http://schemas.microsoft.com/office/drawing/2014/main" id="{55DC3177-ABB8-0725-75D4-CC8E66A63A0E}"/>
              </a:ext>
            </a:extLst>
          </p:cNvPr>
          <p:cNvSpPr>
            <a:spLocks noGrp="1" noChangeAspect="1"/>
          </p:cNvSpPr>
          <p:nvPr>
            <p:ph type="pic" sz="quarter" idx="32"/>
          </p:nvPr>
        </p:nvSpPr>
        <p:spPr>
          <a:xfrm>
            <a:off x="3355919" y="2128865"/>
            <a:ext cx="1193140" cy="1193140"/>
          </a:xfrm>
          <a:prstGeom prst="ellipse">
            <a:avLst/>
          </a:prstGeom>
        </p:spPr>
        <p:txBody>
          <a:bodyPr/>
          <a:lstStyle/>
          <a:p>
            <a:endParaRPr lang="en-US"/>
          </a:p>
        </p:txBody>
      </p:sp>
      <p:sp>
        <p:nvSpPr>
          <p:cNvPr id="107" name="Text Placeholder 6">
            <a:extLst>
              <a:ext uri="{FF2B5EF4-FFF2-40B4-BE49-F238E27FC236}">
                <a16:creationId xmlns:a16="http://schemas.microsoft.com/office/drawing/2014/main" id="{8719DE5A-632A-6491-66B0-225AC526799B}"/>
              </a:ext>
            </a:extLst>
          </p:cNvPr>
          <p:cNvSpPr>
            <a:spLocks noGrp="1"/>
          </p:cNvSpPr>
          <p:nvPr>
            <p:ph type="body" sz="quarter" idx="33" hasCustomPrompt="1"/>
          </p:nvPr>
        </p:nvSpPr>
        <p:spPr>
          <a:xfrm>
            <a:off x="4688396" y="2634408"/>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08" name="Text Placeholder 6">
            <a:extLst>
              <a:ext uri="{FF2B5EF4-FFF2-40B4-BE49-F238E27FC236}">
                <a16:creationId xmlns:a16="http://schemas.microsoft.com/office/drawing/2014/main" id="{6EDA0B35-4B3A-3926-42D9-0696B9D40FAD}"/>
              </a:ext>
            </a:extLst>
          </p:cNvPr>
          <p:cNvSpPr>
            <a:spLocks noGrp="1"/>
          </p:cNvSpPr>
          <p:nvPr>
            <p:ph type="body" sz="quarter" idx="34" hasCustomPrompt="1"/>
          </p:nvPr>
        </p:nvSpPr>
        <p:spPr>
          <a:xfrm>
            <a:off x="4688396" y="2823764"/>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09" name="Picture Placeholder 3">
            <a:extLst>
              <a:ext uri="{FF2B5EF4-FFF2-40B4-BE49-F238E27FC236}">
                <a16:creationId xmlns:a16="http://schemas.microsoft.com/office/drawing/2014/main" id="{E3ECFCF9-2743-ED2B-AC7A-B637EAFC145E}"/>
              </a:ext>
            </a:extLst>
          </p:cNvPr>
          <p:cNvSpPr>
            <a:spLocks noGrp="1" noChangeAspect="1"/>
          </p:cNvSpPr>
          <p:nvPr>
            <p:ph type="pic" sz="quarter" idx="35"/>
          </p:nvPr>
        </p:nvSpPr>
        <p:spPr>
          <a:xfrm>
            <a:off x="456733" y="3582911"/>
            <a:ext cx="1193140" cy="1193140"/>
          </a:xfrm>
          <a:prstGeom prst="ellipse">
            <a:avLst/>
          </a:prstGeom>
        </p:spPr>
        <p:txBody>
          <a:bodyPr/>
          <a:lstStyle/>
          <a:p>
            <a:endParaRPr lang="en-US"/>
          </a:p>
        </p:txBody>
      </p:sp>
      <p:sp>
        <p:nvSpPr>
          <p:cNvPr id="110" name="Text Placeholder 6">
            <a:extLst>
              <a:ext uri="{FF2B5EF4-FFF2-40B4-BE49-F238E27FC236}">
                <a16:creationId xmlns:a16="http://schemas.microsoft.com/office/drawing/2014/main" id="{388319E9-C053-B760-B1FE-59E6098A190F}"/>
              </a:ext>
            </a:extLst>
          </p:cNvPr>
          <p:cNvSpPr>
            <a:spLocks noGrp="1"/>
          </p:cNvSpPr>
          <p:nvPr>
            <p:ph type="body" sz="quarter" idx="36" hasCustomPrompt="1"/>
          </p:nvPr>
        </p:nvSpPr>
        <p:spPr>
          <a:xfrm>
            <a:off x="1789210" y="4088454"/>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11" name="Text Placeholder 6">
            <a:extLst>
              <a:ext uri="{FF2B5EF4-FFF2-40B4-BE49-F238E27FC236}">
                <a16:creationId xmlns:a16="http://schemas.microsoft.com/office/drawing/2014/main" id="{9FA7F355-1BFE-3966-4ECB-5E07155EA2D5}"/>
              </a:ext>
            </a:extLst>
          </p:cNvPr>
          <p:cNvSpPr>
            <a:spLocks noGrp="1"/>
          </p:cNvSpPr>
          <p:nvPr>
            <p:ph type="body" sz="quarter" idx="37" hasCustomPrompt="1"/>
          </p:nvPr>
        </p:nvSpPr>
        <p:spPr>
          <a:xfrm>
            <a:off x="1789210" y="4277810"/>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12" name="Picture Placeholder 3">
            <a:extLst>
              <a:ext uri="{FF2B5EF4-FFF2-40B4-BE49-F238E27FC236}">
                <a16:creationId xmlns:a16="http://schemas.microsoft.com/office/drawing/2014/main" id="{0F8FF131-E69A-9A9F-A5ED-22C2A45350D4}"/>
              </a:ext>
            </a:extLst>
          </p:cNvPr>
          <p:cNvSpPr>
            <a:spLocks noGrp="1" noChangeAspect="1"/>
          </p:cNvSpPr>
          <p:nvPr>
            <p:ph type="pic" sz="quarter" idx="38"/>
          </p:nvPr>
        </p:nvSpPr>
        <p:spPr>
          <a:xfrm>
            <a:off x="9154295" y="3582911"/>
            <a:ext cx="1193140" cy="1193140"/>
          </a:xfrm>
          <a:prstGeom prst="ellipse">
            <a:avLst/>
          </a:prstGeom>
        </p:spPr>
        <p:txBody>
          <a:bodyPr/>
          <a:lstStyle/>
          <a:p>
            <a:endParaRPr lang="en-US"/>
          </a:p>
        </p:txBody>
      </p:sp>
      <p:sp>
        <p:nvSpPr>
          <p:cNvPr id="113" name="Text Placeholder 6">
            <a:extLst>
              <a:ext uri="{FF2B5EF4-FFF2-40B4-BE49-F238E27FC236}">
                <a16:creationId xmlns:a16="http://schemas.microsoft.com/office/drawing/2014/main" id="{8BEC033A-9454-0B57-6F8C-C2B84045DAA2}"/>
              </a:ext>
            </a:extLst>
          </p:cNvPr>
          <p:cNvSpPr>
            <a:spLocks noGrp="1"/>
          </p:cNvSpPr>
          <p:nvPr>
            <p:ph type="body" sz="quarter" idx="39" hasCustomPrompt="1"/>
          </p:nvPr>
        </p:nvSpPr>
        <p:spPr>
          <a:xfrm>
            <a:off x="10486772" y="4088454"/>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14" name="Text Placeholder 6">
            <a:extLst>
              <a:ext uri="{FF2B5EF4-FFF2-40B4-BE49-F238E27FC236}">
                <a16:creationId xmlns:a16="http://schemas.microsoft.com/office/drawing/2014/main" id="{4E6F2715-EE1C-A28D-72CD-91D8A0788DE1}"/>
              </a:ext>
            </a:extLst>
          </p:cNvPr>
          <p:cNvSpPr>
            <a:spLocks noGrp="1"/>
          </p:cNvSpPr>
          <p:nvPr>
            <p:ph type="body" sz="quarter" idx="40" hasCustomPrompt="1"/>
          </p:nvPr>
        </p:nvSpPr>
        <p:spPr>
          <a:xfrm>
            <a:off x="10486772" y="4277810"/>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15" name="Picture Placeholder 3">
            <a:extLst>
              <a:ext uri="{FF2B5EF4-FFF2-40B4-BE49-F238E27FC236}">
                <a16:creationId xmlns:a16="http://schemas.microsoft.com/office/drawing/2014/main" id="{7782BE98-1547-D54B-E2F6-C95DEB0FA748}"/>
              </a:ext>
            </a:extLst>
          </p:cNvPr>
          <p:cNvSpPr>
            <a:spLocks noGrp="1" noChangeAspect="1"/>
          </p:cNvSpPr>
          <p:nvPr>
            <p:ph type="pic" sz="quarter" idx="41"/>
          </p:nvPr>
        </p:nvSpPr>
        <p:spPr>
          <a:xfrm>
            <a:off x="6255107" y="3582911"/>
            <a:ext cx="1193140" cy="1193140"/>
          </a:xfrm>
          <a:prstGeom prst="ellipse">
            <a:avLst/>
          </a:prstGeom>
        </p:spPr>
        <p:txBody>
          <a:bodyPr/>
          <a:lstStyle/>
          <a:p>
            <a:endParaRPr lang="en-US"/>
          </a:p>
        </p:txBody>
      </p:sp>
      <p:sp>
        <p:nvSpPr>
          <p:cNvPr id="116" name="Text Placeholder 6">
            <a:extLst>
              <a:ext uri="{FF2B5EF4-FFF2-40B4-BE49-F238E27FC236}">
                <a16:creationId xmlns:a16="http://schemas.microsoft.com/office/drawing/2014/main" id="{0111153D-D133-24B7-F42D-A26747724420}"/>
              </a:ext>
            </a:extLst>
          </p:cNvPr>
          <p:cNvSpPr>
            <a:spLocks noGrp="1"/>
          </p:cNvSpPr>
          <p:nvPr>
            <p:ph type="body" sz="quarter" idx="42" hasCustomPrompt="1"/>
          </p:nvPr>
        </p:nvSpPr>
        <p:spPr>
          <a:xfrm>
            <a:off x="7587584" y="4088454"/>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17" name="Text Placeholder 6">
            <a:extLst>
              <a:ext uri="{FF2B5EF4-FFF2-40B4-BE49-F238E27FC236}">
                <a16:creationId xmlns:a16="http://schemas.microsoft.com/office/drawing/2014/main" id="{C2B6DA2C-9FC0-9AF7-BDE8-4E2FDF20AF67}"/>
              </a:ext>
            </a:extLst>
          </p:cNvPr>
          <p:cNvSpPr>
            <a:spLocks noGrp="1"/>
          </p:cNvSpPr>
          <p:nvPr>
            <p:ph type="body" sz="quarter" idx="43" hasCustomPrompt="1"/>
          </p:nvPr>
        </p:nvSpPr>
        <p:spPr>
          <a:xfrm>
            <a:off x="7587584" y="4277810"/>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18" name="Picture Placeholder 3">
            <a:extLst>
              <a:ext uri="{FF2B5EF4-FFF2-40B4-BE49-F238E27FC236}">
                <a16:creationId xmlns:a16="http://schemas.microsoft.com/office/drawing/2014/main" id="{5F9185C4-B71B-768C-09D3-9659C983542F}"/>
              </a:ext>
            </a:extLst>
          </p:cNvPr>
          <p:cNvSpPr>
            <a:spLocks noGrp="1" noChangeAspect="1"/>
          </p:cNvSpPr>
          <p:nvPr>
            <p:ph type="pic" sz="quarter" idx="44"/>
          </p:nvPr>
        </p:nvSpPr>
        <p:spPr>
          <a:xfrm>
            <a:off x="3355919" y="3582911"/>
            <a:ext cx="1193140" cy="1193140"/>
          </a:xfrm>
          <a:prstGeom prst="ellipse">
            <a:avLst/>
          </a:prstGeom>
        </p:spPr>
        <p:txBody>
          <a:bodyPr/>
          <a:lstStyle/>
          <a:p>
            <a:endParaRPr lang="en-US"/>
          </a:p>
        </p:txBody>
      </p:sp>
      <p:sp>
        <p:nvSpPr>
          <p:cNvPr id="119" name="Text Placeholder 6">
            <a:extLst>
              <a:ext uri="{FF2B5EF4-FFF2-40B4-BE49-F238E27FC236}">
                <a16:creationId xmlns:a16="http://schemas.microsoft.com/office/drawing/2014/main" id="{4D1BD9A9-F54A-9C6F-FD9F-7AFC5EF81FDB}"/>
              </a:ext>
            </a:extLst>
          </p:cNvPr>
          <p:cNvSpPr>
            <a:spLocks noGrp="1"/>
          </p:cNvSpPr>
          <p:nvPr>
            <p:ph type="body" sz="quarter" idx="45" hasCustomPrompt="1"/>
          </p:nvPr>
        </p:nvSpPr>
        <p:spPr>
          <a:xfrm>
            <a:off x="4688396" y="4088454"/>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20" name="Text Placeholder 6">
            <a:extLst>
              <a:ext uri="{FF2B5EF4-FFF2-40B4-BE49-F238E27FC236}">
                <a16:creationId xmlns:a16="http://schemas.microsoft.com/office/drawing/2014/main" id="{534F366D-A37E-E8BA-0C0A-9CF736D81C71}"/>
              </a:ext>
            </a:extLst>
          </p:cNvPr>
          <p:cNvSpPr>
            <a:spLocks noGrp="1"/>
          </p:cNvSpPr>
          <p:nvPr>
            <p:ph type="body" sz="quarter" idx="46" hasCustomPrompt="1"/>
          </p:nvPr>
        </p:nvSpPr>
        <p:spPr>
          <a:xfrm>
            <a:off x="4688396" y="4277810"/>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21" name="Picture Placeholder 3">
            <a:extLst>
              <a:ext uri="{FF2B5EF4-FFF2-40B4-BE49-F238E27FC236}">
                <a16:creationId xmlns:a16="http://schemas.microsoft.com/office/drawing/2014/main" id="{B40A93B2-A8FA-0EFA-8F0C-6B56FAE1B0F6}"/>
              </a:ext>
            </a:extLst>
          </p:cNvPr>
          <p:cNvSpPr>
            <a:spLocks noGrp="1" noChangeAspect="1"/>
          </p:cNvSpPr>
          <p:nvPr>
            <p:ph type="pic" sz="quarter" idx="47"/>
          </p:nvPr>
        </p:nvSpPr>
        <p:spPr>
          <a:xfrm>
            <a:off x="456733" y="5036957"/>
            <a:ext cx="1193140" cy="1193140"/>
          </a:xfrm>
          <a:prstGeom prst="ellipse">
            <a:avLst/>
          </a:prstGeom>
        </p:spPr>
        <p:txBody>
          <a:bodyPr/>
          <a:lstStyle/>
          <a:p>
            <a:endParaRPr lang="en-US"/>
          </a:p>
        </p:txBody>
      </p:sp>
      <p:sp>
        <p:nvSpPr>
          <p:cNvPr id="122" name="Text Placeholder 6">
            <a:extLst>
              <a:ext uri="{FF2B5EF4-FFF2-40B4-BE49-F238E27FC236}">
                <a16:creationId xmlns:a16="http://schemas.microsoft.com/office/drawing/2014/main" id="{4E569CA6-4272-620D-76BB-3872C2C159BE}"/>
              </a:ext>
            </a:extLst>
          </p:cNvPr>
          <p:cNvSpPr>
            <a:spLocks noGrp="1"/>
          </p:cNvSpPr>
          <p:nvPr>
            <p:ph type="body" sz="quarter" idx="48" hasCustomPrompt="1"/>
          </p:nvPr>
        </p:nvSpPr>
        <p:spPr>
          <a:xfrm>
            <a:off x="1789210" y="5542500"/>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23" name="Text Placeholder 6">
            <a:extLst>
              <a:ext uri="{FF2B5EF4-FFF2-40B4-BE49-F238E27FC236}">
                <a16:creationId xmlns:a16="http://schemas.microsoft.com/office/drawing/2014/main" id="{D18178B6-497B-1A4F-0B10-68CBC4516B3A}"/>
              </a:ext>
            </a:extLst>
          </p:cNvPr>
          <p:cNvSpPr>
            <a:spLocks noGrp="1"/>
          </p:cNvSpPr>
          <p:nvPr>
            <p:ph type="body" sz="quarter" idx="49" hasCustomPrompt="1"/>
          </p:nvPr>
        </p:nvSpPr>
        <p:spPr>
          <a:xfrm>
            <a:off x="1789210" y="5731856"/>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24" name="Picture Placeholder 3">
            <a:extLst>
              <a:ext uri="{FF2B5EF4-FFF2-40B4-BE49-F238E27FC236}">
                <a16:creationId xmlns:a16="http://schemas.microsoft.com/office/drawing/2014/main" id="{B2D5FE94-DBDA-BF86-826C-73869C7D3882}"/>
              </a:ext>
            </a:extLst>
          </p:cNvPr>
          <p:cNvSpPr>
            <a:spLocks noGrp="1" noChangeAspect="1"/>
          </p:cNvSpPr>
          <p:nvPr>
            <p:ph type="pic" sz="quarter" idx="50"/>
          </p:nvPr>
        </p:nvSpPr>
        <p:spPr>
          <a:xfrm>
            <a:off x="9154295" y="5036957"/>
            <a:ext cx="1193140" cy="1193140"/>
          </a:xfrm>
          <a:prstGeom prst="ellipse">
            <a:avLst/>
          </a:prstGeom>
        </p:spPr>
        <p:txBody>
          <a:bodyPr/>
          <a:lstStyle/>
          <a:p>
            <a:endParaRPr lang="en-US"/>
          </a:p>
        </p:txBody>
      </p:sp>
      <p:sp>
        <p:nvSpPr>
          <p:cNvPr id="125" name="Text Placeholder 6">
            <a:extLst>
              <a:ext uri="{FF2B5EF4-FFF2-40B4-BE49-F238E27FC236}">
                <a16:creationId xmlns:a16="http://schemas.microsoft.com/office/drawing/2014/main" id="{26EB162E-EEB4-1CB6-8EFA-7B2E36524FCA}"/>
              </a:ext>
            </a:extLst>
          </p:cNvPr>
          <p:cNvSpPr>
            <a:spLocks noGrp="1"/>
          </p:cNvSpPr>
          <p:nvPr>
            <p:ph type="body" sz="quarter" idx="51" hasCustomPrompt="1"/>
          </p:nvPr>
        </p:nvSpPr>
        <p:spPr>
          <a:xfrm>
            <a:off x="10486772" y="5542500"/>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26" name="Text Placeholder 6">
            <a:extLst>
              <a:ext uri="{FF2B5EF4-FFF2-40B4-BE49-F238E27FC236}">
                <a16:creationId xmlns:a16="http://schemas.microsoft.com/office/drawing/2014/main" id="{D5026DE3-F6F3-317C-4D4C-3546083735B7}"/>
              </a:ext>
            </a:extLst>
          </p:cNvPr>
          <p:cNvSpPr>
            <a:spLocks noGrp="1"/>
          </p:cNvSpPr>
          <p:nvPr>
            <p:ph type="body" sz="quarter" idx="52" hasCustomPrompt="1"/>
          </p:nvPr>
        </p:nvSpPr>
        <p:spPr>
          <a:xfrm>
            <a:off x="10486772" y="5731856"/>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27" name="Picture Placeholder 3">
            <a:extLst>
              <a:ext uri="{FF2B5EF4-FFF2-40B4-BE49-F238E27FC236}">
                <a16:creationId xmlns:a16="http://schemas.microsoft.com/office/drawing/2014/main" id="{9D18CAD9-B1FF-A5DF-193B-0F25F7A01E9D}"/>
              </a:ext>
            </a:extLst>
          </p:cNvPr>
          <p:cNvSpPr>
            <a:spLocks noGrp="1" noChangeAspect="1"/>
          </p:cNvSpPr>
          <p:nvPr>
            <p:ph type="pic" sz="quarter" idx="53"/>
          </p:nvPr>
        </p:nvSpPr>
        <p:spPr>
          <a:xfrm>
            <a:off x="6255107" y="5036957"/>
            <a:ext cx="1193140" cy="1193140"/>
          </a:xfrm>
          <a:prstGeom prst="ellipse">
            <a:avLst/>
          </a:prstGeom>
        </p:spPr>
        <p:txBody>
          <a:bodyPr/>
          <a:lstStyle/>
          <a:p>
            <a:endParaRPr lang="en-US"/>
          </a:p>
        </p:txBody>
      </p:sp>
      <p:sp>
        <p:nvSpPr>
          <p:cNvPr id="128" name="Text Placeholder 6">
            <a:extLst>
              <a:ext uri="{FF2B5EF4-FFF2-40B4-BE49-F238E27FC236}">
                <a16:creationId xmlns:a16="http://schemas.microsoft.com/office/drawing/2014/main" id="{DF54D580-2005-BFEA-1918-B358C4C4C085}"/>
              </a:ext>
            </a:extLst>
          </p:cNvPr>
          <p:cNvSpPr>
            <a:spLocks noGrp="1"/>
          </p:cNvSpPr>
          <p:nvPr>
            <p:ph type="body" sz="quarter" idx="54" hasCustomPrompt="1"/>
          </p:nvPr>
        </p:nvSpPr>
        <p:spPr>
          <a:xfrm>
            <a:off x="7587584" y="5542500"/>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29" name="Text Placeholder 6">
            <a:extLst>
              <a:ext uri="{FF2B5EF4-FFF2-40B4-BE49-F238E27FC236}">
                <a16:creationId xmlns:a16="http://schemas.microsoft.com/office/drawing/2014/main" id="{28E78898-A2C2-07C6-4B87-B304AEDFB33A}"/>
              </a:ext>
            </a:extLst>
          </p:cNvPr>
          <p:cNvSpPr>
            <a:spLocks noGrp="1"/>
          </p:cNvSpPr>
          <p:nvPr>
            <p:ph type="body" sz="quarter" idx="55" hasCustomPrompt="1"/>
          </p:nvPr>
        </p:nvSpPr>
        <p:spPr>
          <a:xfrm>
            <a:off x="7587584" y="5731856"/>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
        <p:nvSpPr>
          <p:cNvPr id="130" name="Picture Placeholder 3">
            <a:extLst>
              <a:ext uri="{FF2B5EF4-FFF2-40B4-BE49-F238E27FC236}">
                <a16:creationId xmlns:a16="http://schemas.microsoft.com/office/drawing/2014/main" id="{E6EEAC64-6C02-C3D7-1919-EBE28E535A80}"/>
              </a:ext>
            </a:extLst>
          </p:cNvPr>
          <p:cNvSpPr>
            <a:spLocks noGrp="1" noChangeAspect="1"/>
          </p:cNvSpPr>
          <p:nvPr>
            <p:ph type="pic" sz="quarter" idx="56"/>
          </p:nvPr>
        </p:nvSpPr>
        <p:spPr>
          <a:xfrm>
            <a:off x="3355919" y="5036957"/>
            <a:ext cx="1193140" cy="1193140"/>
          </a:xfrm>
          <a:prstGeom prst="ellipse">
            <a:avLst/>
          </a:prstGeom>
        </p:spPr>
        <p:txBody>
          <a:bodyPr/>
          <a:lstStyle/>
          <a:p>
            <a:endParaRPr lang="en-US"/>
          </a:p>
        </p:txBody>
      </p:sp>
      <p:sp>
        <p:nvSpPr>
          <p:cNvPr id="131" name="Text Placeholder 6">
            <a:extLst>
              <a:ext uri="{FF2B5EF4-FFF2-40B4-BE49-F238E27FC236}">
                <a16:creationId xmlns:a16="http://schemas.microsoft.com/office/drawing/2014/main" id="{C4D25FF7-7054-8144-C3B7-9E9D103889D0}"/>
              </a:ext>
            </a:extLst>
          </p:cNvPr>
          <p:cNvSpPr>
            <a:spLocks noGrp="1"/>
          </p:cNvSpPr>
          <p:nvPr>
            <p:ph type="body" sz="quarter" idx="57" hasCustomPrompt="1"/>
          </p:nvPr>
        </p:nvSpPr>
        <p:spPr>
          <a:xfrm>
            <a:off x="4688396" y="5542500"/>
            <a:ext cx="1248495" cy="184666"/>
          </a:xfrm>
        </p:spPr>
        <p:txBody>
          <a:bodyPr wrap="square" anchor="b">
            <a:spAutoFit/>
          </a:bodyPr>
          <a:lstStyle>
            <a:lvl1pPr marL="0" indent="0" algn="l">
              <a:lnSpc>
                <a:spcPct val="100000"/>
              </a:lnSpc>
              <a:spcBef>
                <a:spcPts val="0"/>
              </a:spcBef>
              <a:buNone/>
              <a:defRPr sz="1200" b="1">
                <a:solidFill>
                  <a:schemeClr val="tx1"/>
                </a:solidFill>
              </a:defRPr>
            </a:lvl1pPr>
          </a:lstStyle>
          <a:p>
            <a:pPr lvl="0"/>
            <a:r>
              <a:rPr lang="en-US"/>
              <a:t>Name</a:t>
            </a:r>
          </a:p>
        </p:txBody>
      </p:sp>
      <p:sp>
        <p:nvSpPr>
          <p:cNvPr id="132" name="Text Placeholder 6">
            <a:extLst>
              <a:ext uri="{FF2B5EF4-FFF2-40B4-BE49-F238E27FC236}">
                <a16:creationId xmlns:a16="http://schemas.microsoft.com/office/drawing/2014/main" id="{7DE84A3C-01D6-BC67-F0AA-A3C6E975811D}"/>
              </a:ext>
            </a:extLst>
          </p:cNvPr>
          <p:cNvSpPr>
            <a:spLocks noGrp="1"/>
          </p:cNvSpPr>
          <p:nvPr>
            <p:ph type="body" sz="quarter" idx="58" hasCustomPrompt="1"/>
          </p:nvPr>
        </p:nvSpPr>
        <p:spPr>
          <a:xfrm>
            <a:off x="4688396" y="5731856"/>
            <a:ext cx="1248495" cy="184666"/>
          </a:xfrm>
        </p:spPr>
        <p:txBody>
          <a:bodyPr wrap="square" anchor="t">
            <a:spAutoFit/>
          </a:bodyPr>
          <a:lstStyle>
            <a:lvl1pPr marL="0" indent="0" algn="l">
              <a:lnSpc>
                <a:spcPct val="100000"/>
              </a:lnSpc>
              <a:spcBef>
                <a:spcPts val="0"/>
              </a:spcBef>
              <a:buNone/>
              <a:defRPr sz="1200">
                <a:solidFill>
                  <a:schemeClr val="tx2"/>
                </a:solidFill>
              </a:defRPr>
            </a:lvl1pPr>
          </a:lstStyle>
          <a:p>
            <a:pPr lvl="0"/>
            <a:r>
              <a:rPr lang="en-US"/>
              <a:t>Position</a:t>
            </a:r>
          </a:p>
        </p:txBody>
      </p:sp>
    </p:spTree>
    <p:extLst>
      <p:ext uri="{BB962C8B-B14F-4D97-AF65-F5344CB8AC3E}">
        <p14:creationId xmlns:p14="http://schemas.microsoft.com/office/powerpoint/2010/main" val="21266773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x5)">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6733"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4" name="Picture Placeholder 3">
            <a:extLst>
              <a:ext uri="{FF2B5EF4-FFF2-40B4-BE49-F238E27FC236}">
                <a16:creationId xmlns:a16="http://schemas.microsoft.com/office/drawing/2014/main" id="{C8B787DA-B64F-6992-9832-9D139456FDBB}"/>
              </a:ext>
            </a:extLst>
          </p:cNvPr>
          <p:cNvSpPr>
            <a:spLocks noGrp="1" noChangeAspect="1"/>
          </p:cNvSpPr>
          <p:nvPr>
            <p:ph type="pic" sz="quarter" idx="11"/>
          </p:nvPr>
        </p:nvSpPr>
        <p:spPr>
          <a:xfrm>
            <a:off x="989317" y="674821"/>
            <a:ext cx="914400" cy="914400"/>
          </a:xfrm>
          <a:prstGeom prst="ellipse">
            <a:avLst/>
          </a:prstGeom>
        </p:spPr>
        <p:txBody>
          <a:bodyPr/>
          <a:lstStyle/>
          <a:p>
            <a:endParaRPr lang="en-US"/>
          </a:p>
        </p:txBody>
      </p:sp>
      <p:sp>
        <p:nvSpPr>
          <p:cNvPr id="7" name="Text Placeholder 6">
            <a:extLst>
              <a:ext uri="{FF2B5EF4-FFF2-40B4-BE49-F238E27FC236}">
                <a16:creationId xmlns:a16="http://schemas.microsoft.com/office/drawing/2014/main" id="{D5E57CFC-3B16-0EC2-6859-4DA36C904684}"/>
              </a:ext>
            </a:extLst>
          </p:cNvPr>
          <p:cNvSpPr>
            <a:spLocks noGrp="1"/>
          </p:cNvSpPr>
          <p:nvPr>
            <p:ph type="body" sz="quarter" idx="12" hasCustomPrompt="1"/>
          </p:nvPr>
        </p:nvSpPr>
        <p:spPr>
          <a:xfrm>
            <a:off x="456732" y="1680394"/>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34" name="Text Placeholder 6">
            <a:extLst>
              <a:ext uri="{FF2B5EF4-FFF2-40B4-BE49-F238E27FC236}">
                <a16:creationId xmlns:a16="http://schemas.microsoft.com/office/drawing/2014/main" id="{95C3638A-A740-5FB0-ABB5-1842EDA3389A}"/>
              </a:ext>
            </a:extLst>
          </p:cNvPr>
          <p:cNvSpPr>
            <a:spLocks noGrp="1"/>
          </p:cNvSpPr>
          <p:nvPr>
            <p:ph type="body" sz="quarter" idx="13" hasCustomPrompt="1"/>
          </p:nvPr>
        </p:nvSpPr>
        <p:spPr>
          <a:xfrm>
            <a:off x="456732" y="1869750"/>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95" name="Picture Placeholder 3">
            <a:extLst>
              <a:ext uri="{FF2B5EF4-FFF2-40B4-BE49-F238E27FC236}">
                <a16:creationId xmlns:a16="http://schemas.microsoft.com/office/drawing/2014/main" id="{4C98F9A2-D511-C963-88A2-7C0EBB84C0F9}"/>
              </a:ext>
            </a:extLst>
          </p:cNvPr>
          <p:cNvSpPr>
            <a:spLocks noGrp="1" noChangeAspect="1"/>
          </p:cNvSpPr>
          <p:nvPr>
            <p:ph type="pic" sz="quarter" idx="26"/>
          </p:nvPr>
        </p:nvSpPr>
        <p:spPr>
          <a:xfrm>
            <a:off x="10288283" y="674821"/>
            <a:ext cx="914400" cy="914400"/>
          </a:xfrm>
          <a:prstGeom prst="ellipse">
            <a:avLst/>
          </a:prstGeom>
        </p:spPr>
        <p:txBody>
          <a:bodyPr/>
          <a:lstStyle/>
          <a:p>
            <a:endParaRPr lang="en-US"/>
          </a:p>
        </p:txBody>
      </p:sp>
      <p:sp>
        <p:nvSpPr>
          <p:cNvPr id="96" name="Text Placeholder 6">
            <a:extLst>
              <a:ext uri="{FF2B5EF4-FFF2-40B4-BE49-F238E27FC236}">
                <a16:creationId xmlns:a16="http://schemas.microsoft.com/office/drawing/2014/main" id="{0832D7AA-1F8F-5A34-D40B-612CA98E8765}"/>
              </a:ext>
            </a:extLst>
          </p:cNvPr>
          <p:cNvSpPr>
            <a:spLocks noGrp="1"/>
          </p:cNvSpPr>
          <p:nvPr>
            <p:ph type="body" sz="quarter" idx="27" hasCustomPrompt="1"/>
          </p:nvPr>
        </p:nvSpPr>
        <p:spPr>
          <a:xfrm>
            <a:off x="9755697" y="1680394"/>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97" name="Text Placeholder 6">
            <a:extLst>
              <a:ext uri="{FF2B5EF4-FFF2-40B4-BE49-F238E27FC236}">
                <a16:creationId xmlns:a16="http://schemas.microsoft.com/office/drawing/2014/main" id="{EC1FF87A-1E68-4E86-A4D1-3B2E05AB0D83}"/>
              </a:ext>
            </a:extLst>
          </p:cNvPr>
          <p:cNvSpPr>
            <a:spLocks noGrp="1"/>
          </p:cNvSpPr>
          <p:nvPr>
            <p:ph type="body" sz="quarter" idx="28" hasCustomPrompt="1"/>
          </p:nvPr>
        </p:nvSpPr>
        <p:spPr>
          <a:xfrm>
            <a:off x="9755697" y="1869750"/>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98" name="Picture Placeholder 3">
            <a:extLst>
              <a:ext uri="{FF2B5EF4-FFF2-40B4-BE49-F238E27FC236}">
                <a16:creationId xmlns:a16="http://schemas.microsoft.com/office/drawing/2014/main" id="{B8EADEF5-6645-670C-8349-216A4A8042FA}"/>
              </a:ext>
            </a:extLst>
          </p:cNvPr>
          <p:cNvSpPr>
            <a:spLocks noGrp="1" noChangeAspect="1"/>
          </p:cNvSpPr>
          <p:nvPr>
            <p:ph type="pic" sz="quarter" idx="29"/>
          </p:nvPr>
        </p:nvSpPr>
        <p:spPr>
          <a:xfrm>
            <a:off x="7963541" y="674821"/>
            <a:ext cx="914400" cy="914400"/>
          </a:xfrm>
          <a:prstGeom prst="ellipse">
            <a:avLst/>
          </a:prstGeom>
        </p:spPr>
        <p:txBody>
          <a:bodyPr/>
          <a:lstStyle/>
          <a:p>
            <a:endParaRPr lang="en-US"/>
          </a:p>
        </p:txBody>
      </p:sp>
      <p:sp>
        <p:nvSpPr>
          <p:cNvPr id="99" name="Text Placeholder 6">
            <a:extLst>
              <a:ext uri="{FF2B5EF4-FFF2-40B4-BE49-F238E27FC236}">
                <a16:creationId xmlns:a16="http://schemas.microsoft.com/office/drawing/2014/main" id="{805354AD-A7AD-D3F4-650B-1E9A6F52284D}"/>
              </a:ext>
            </a:extLst>
          </p:cNvPr>
          <p:cNvSpPr>
            <a:spLocks noGrp="1"/>
          </p:cNvSpPr>
          <p:nvPr>
            <p:ph type="body" sz="quarter" idx="30" hasCustomPrompt="1"/>
          </p:nvPr>
        </p:nvSpPr>
        <p:spPr>
          <a:xfrm>
            <a:off x="7427977" y="1680394"/>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00" name="Text Placeholder 6">
            <a:extLst>
              <a:ext uri="{FF2B5EF4-FFF2-40B4-BE49-F238E27FC236}">
                <a16:creationId xmlns:a16="http://schemas.microsoft.com/office/drawing/2014/main" id="{4F79CE14-2088-3258-188C-488FF635D455}"/>
              </a:ext>
            </a:extLst>
          </p:cNvPr>
          <p:cNvSpPr>
            <a:spLocks noGrp="1"/>
          </p:cNvSpPr>
          <p:nvPr>
            <p:ph type="body" sz="quarter" idx="31" hasCustomPrompt="1"/>
          </p:nvPr>
        </p:nvSpPr>
        <p:spPr>
          <a:xfrm>
            <a:off x="7427977" y="1869750"/>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01" name="Picture Placeholder 3">
            <a:extLst>
              <a:ext uri="{FF2B5EF4-FFF2-40B4-BE49-F238E27FC236}">
                <a16:creationId xmlns:a16="http://schemas.microsoft.com/office/drawing/2014/main" id="{EBBB465A-B2EF-4323-0654-4094D9B8CD83}"/>
              </a:ext>
            </a:extLst>
          </p:cNvPr>
          <p:cNvSpPr>
            <a:spLocks noGrp="1" noChangeAspect="1"/>
          </p:cNvSpPr>
          <p:nvPr>
            <p:ph type="pic" sz="quarter" idx="32"/>
          </p:nvPr>
        </p:nvSpPr>
        <p:spPr>
          <a:xfrm>
            <a:off x="5632843" y="674821"/>
            <a:ext cx="914400" cy="914400"/>
          </a:xfrm>
          <a:prstGeom prst="ellipse">
            <a:avLst/>
          </a:prstGeom>
        </p:spPr>
        <p:txBody>
          <a:bodyPr/>
          <a:lstStyle/>
          <a:p>
            <a:endParaRPr lang="en-US"/>
          </a:p>
        </p:txBody>
      </p:sp>
      <p:sp>
        <p:nvSpPr>
          <p:cNvPr id="102" name="Text Placeholder 6">
            <a:extLst>
              <a:ext uri="{FF2B5EF4-FFF2-40B4-BE49-F238E27FC236}">
                <a16:creationId xmlns:a16="http://schemas.microsoft.com/office/drawing/2014/main" id="{6903CC73-BAAC-C796-7487-AE2A11878812}"/>
              </a:ext>
            </a:extLst>
          </p:cNvPr>
          <p:cNvSpPr>
            <a:spLocks noGrp="1"/>
          </p:cNvSpPr>
          <p:nvPr>
            <p:ph type="body" sz="quarter" idx="33" hasCustomPrompt="1"/>
          </p:nvPr>
        </p:nvSpPr>
        <p:spPr>
          <a:xfrm>
            <a:off x="5106214" y="1680394"/>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03" name="Text Placeholder 6">
            <a:extLst>
              <a:ext uri="{FF2B5EF4-FFF2-40B4-BE49-F238E27FC236}">
                <a16:creationId xmlns:a16="http://schemas.microsoft.com/office/drawing/2014/main" id="{5535E691-EEBA-700D-6E19-D5E5F5F60F60}"/>
              </a:ext>
            </a:extLst>
          </p:cNvPr>
          <p:cNvSpPr>
            <a:spLocks noGrp="1"/>
          </p:cNvSpPr>
          <p:nvPr>
            <p:ph type="body" sz="quarter" idx="34" hasCustomPrompt="1"/>
          </p:nvPr>
        </p:nvSpPr>
        <p:spPr>
          <a:xfrm>
            <a:off x="5106214" y="1869750"/>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04" name="Picture Placeholder 3">
            <a:extLst>
              <a:ext uri="{FF2B5EF4-FFF2-40B4-BE49-F238E27FC236}">
                <a16:creationId xmlns:a16="http://schemas.microsoft.com/office/drawing/2014/main" id="{985A0653-A3F5-72E5-0C70-55F9F1CF295B}"/>
              </a:ext>
            </a:extLst>
          </p:cNvPr>
          <p:cNvSpPr>
            <a:spLocks noGrp="1" noChangeAspect="1"/>
          </p:cNvSpPr>
          <p:nvPr>
            <p:ph type="pic" sz="quarter" idx="35"/>
          </p:nvPr>
        </p:nvSpPr>
        <p:spPr>
          <a:xfrm>
            <a:off x="3311080" y="674821"/>
            <a:ext cx="914400" cy="914400"/>
          </a:xfrm>
          <a:prstGeom prst="ellipse">
            <a:avLst/>
          </a:prstGeom>
        </p:spPr>
        <p:txBody>
          <a:bodyPr/>
          <a:lstStyle/>
          <a:p>
            <a:endParaRPr lang="en-US"/>
          </a:p>
        </p:txBody>
      </p:sp>
      <p:sp>
        <p:nvSpPr>
          <p:cNvPr id="105" name="Text Placeholder 6">
            <a:extLst>
              <a:ext uri="{FF2B5EF4-FFF2-40B4-BE49-F238E27FC236}">
                <a16:creationId xmlns:a16="http://schemas.microsoft.com/office/drawing/2014/main" id="{12B25C8C-5E3D-89B9-A45B-C1A4C946D975}"/>
              </a:ext>
            </a:extLst>
          </p:cNvPr>
          <p:cNvSpPr>
            <a:spLocks noGrp="1"/>
          </p:cNvSpPr>
          <p:nvPr>
            <p:ph type="body" sz="quarter" idx="36" hasCustomPrompt="1"/>
          </p:nvPr>
        </p:nvSpPr>
        <p:spPr>
          <a:xfrm>
            <a:off x="2778495" y="1680394"/>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06" name="Text Placeholder 6">
            <a:extLst>
              <a:ext uri="{FF2B5EF4-FFF2-40B4-BE49-F238E27FC236}">
                <a16:creationId xmlns:a16="http://schemas.microsoft.com/office/drawing/2014/main" id="{C318798F-9641-425F-1E3F-BB21B583281F}"/>
              </a:ext>
            </a:extLst>
          </p:cNvPr>
          <p:cNvSpPr>
            <a:spLocks noGrp="1"/>
          </p:cNvSpPr>
          <p:nvPr>
            <p:ph type="body" sz="quarter" idx="37" hasCustomPrompt="1"/>
          </p:nvPr>
        </p:nvSpPr>
        <p:spPr>
          <a:xfrm>
            <a:off x="2778495" y="1869750"/>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07" name="Picture Placeholder 3">
            <a:extLst>
              <a:ext uri="{FF2B5EF4-FFF2-40B4-BE49-F238E27FC236}">
                <a16:creationId xmlns:a16="http://schemas.microsoft.com/office/drawing/2014/main" id="{DD53B36B-A510-2CBF-89F5-13DA1448DADB}"/>
              </a:ext>
            </a:extLst>
          </p:cNvPr>
          <p:cNvSpPr>
            <a:spLocks noGrp="1" noChangeAspect="1"/>
          </p:cNvSpPr>
          <p:nvPr>
            <p:ph type="pic" sz="quarter" idx="38"/>
          </p:nvPr>
        </p:nvSpPr>
        <p:spPr>
          <a:xfrm>
            <a:off x="989317" y="2576732"/>
            <a:ext cx="914400" cy="914400"/>
          </a:xfrm>
          <a:prstGeom prst="ellipse">
            <a:avLst/>
          </a:prstGeom>
        </p:spPr>
        <p:txBody>
          <a:bodyPr/>
          <a:lstStyle/>
          <a:p>
            <a:endParaRPr lang="en-US"/>
          </a:p>
        </p:txBody>
      </p:sp>
      <p:sp>
        <p:nvSpPr>
          <p:cNvPr id="108" name="Text Placeholder 6">
            <a:extLst>
              <a:ext uri="{FF2B5EF4-FFF2-40B4-BE49-F238E27FC236}">
                <a16:creationId xmlns:a16="http://schemas.microsoft.com/office/drawing/2014/main" id="{EB5B13E8-9145-0CFE-AE25-04FE0B7A0F4C}"/>
              </a:ext>
            </a:extLst>
          </p:cNvPr>
          <p:cNvSpPr>
            <a:spLocks noGrp="1"/>
          </p:cNvSpPr>
          <p:nvPr>
            <p:ph type="body" sz="quarter" idx="39" hasCustomPrompt="1"/>
          </p:nvPr>
        </p:nvSpPr>
        <p:spPr>
          <a:xfrm>
            <a:off x="456732" y="3582305"/>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09" name="Text Placeholder 6">
            <a:extLst>
              <a:ext uri="{FF2B5EF4-FFF2-40B4-BE49-F238E27FC236}">
                <a16:creationId xmlns:a16="http://schemas.microsoft.com/office/drawing/2014/main" id="{DA2E7BFF-A05A-AB9C-7C91-69B7664BFBBA}"/>
              </a:ext>
            </a:extLst>
          </p:cNvPr>
          <p:cNvSpPr>
            <a:spLocks noGrp="1"/>
          </p:cNvSpPr>
          <p:nvPr>
            <p:ph type="body" sz="quarter" idx="40" hasCustomPrompt="1"/>
          </p:nvPr>
        </p:nvSpPr>
        <p:spPr>
          <a:xfrm>
            <a:off x="456732" y="3771661"/>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10" name="Picture Placeholder 3">
            <a:extLst>
              <a:ext uri="{FF2B5EF4-FFF2-40B4-BE49-F238E27FC236}">
                <a16:creationId xmlns:a16="http://schemas.microsoft.com/office/drawing/2014/main" id="{A757DF57-314C-0DD2-D5A6-F328B92A3470}"/>
              </a:ext>
            </a:extLst>
          </p:cNvPr>
          <p:cNvSpPr>
            <a:spLocks noGrp="1" noChangeAspect="1"/>
          </p:cNvSpPr>
          <p:nvPr>
            <p:ph type="pic" sz="quarter" idx="41"/>
          </p:nvPr>
        </p:nvSpPr>
        <p:spPr>
          <a:xfrm>
            <a:off x="10288283" y="2576732"/>
            <a:ext cx="914400" cy="914400"/>
          </a:xfrm>
          <a:prstGeom prst="ellipse">
            <a:avLst/>
          </a:prstGeom>
        </p:spPr>
        <p:txBody>
          <a:bodyPr/>
          <a:lstStyle/>
          <a:p>
            <a:endParaRPr lang="en-US"/>
          </a:p>
        </p:txBody>
      </p:sp>
      <p:sp>
        <p:nvSpPr>
          <p:cNvPr id="111" name="Text Placeholder 6">
            <a:extLst>
              <a:ext uri="{FF2B5EF4-FFF2-40B4-BE49-F238E27FC236}">
                <a16:creationId xmlns:a16="http://schemas.microsoft.com/office/drawing/2014/main" id="{EB8DE13B-9000-F61C-27FD-3A71ED737B74}"/>
              </a:ext>
            </a:extLst>
          </p:cNvPr>
          <p:cNvSpPr>
            <a:spLocks noGrp="1"/>
          </p:cNvSpPr>
          <p:nvPr>
            <p:ph type="body" sz="quarter" idx="42" hasCustomPrompt="1"/>
          </p:nvPr>
        </p:nvSpPr>
        <p:spPr>
          <a:xfrm>
            <a:off x="9755697" y="3582305"/>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12" name="Text Placeholder 6">
            <a:extLst>
              <a:ext uri="{FF2B5EF4-FFF2-40B4-BE49-F238E27FC236}">
                <a16:creationId xmlns:a16="http://schemas.microsoft.com/office/drawing/2014/main" id="{FDE96121-EA4B-9034-F1D2-7EA8C1E5AC82}"/>
              </a:ext>
            </a:extLst>
          </p:cNvPr>
          <p:cNvSpPr>
            <a:spLocks noGrp="1"/>
          </p:cNvSpPr>
          <p:nvPr>
            <p:ph type="body" sz="quarter" idx="43" hasCustomPrompt="1"/>
          </p:nvPr>
        </p:nvSpPr>
        <p:spPr>
          <a:xfrm>
            <a:off x="9755697" y="3771661"/>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13" name="Picture Placeholder 3">
            <a:extLst>
              <a:ext uri="{FF2B5EF4-FFF2-40B4-BE49-F238E27FC236}">
                <a16:creationId xmlns:a16="http://schemas.microsoft.com/office/drawing/2014/main" id="{FB6DE66F-0084-C899-4BD2-C05990DF4397}"/>
              </a:ext>
            </a:extLst>
          </p:cNvPr>
          <p:cNvSpPr>
            <a:spLocks noGrp="1" noChangeAspect="1"/>
          </p:cNvSpPr>
          <p:nvPr>
            <p:ph type="pic" sz="quarter" idx="44"/>
          </p:nvPr>
        </p:nvSpPr>
        <p:spPr>
          <a:xfrm>
            <a:off x="7963541" y="2576732"/>
            <a:ext cx="914400" cy="914400"/>
          </a:xfrm>
          <a:prstGeom prst="ellipse">
            <a:avLst/>
          </a:prstGeom>
        </p:spPr>
        <p:txBody>
          <a:bodyPr/>
          <a:lstStyle/>
          <a:p>
            <a:endParaRPr lang="en-US"/>
          </a:p>
        </p:txBody>
      </p:sp>
      <p:sp>
        <p:nvSpPr>
          <p:cNvPr id="114" name="Text Placeholder 6">
            <a:extLst>
              <a:ext uri="{FF2B5EF4-FFF2-40B4-BE49-F238E27FC236}">
                <a16:creationId xmlns:a16="http://schemas.microsoft.com/office/drawing/2014/main" id="{44C92CED-9E0B-A717-FA19-14F5D88F675F}"/>
              </a:ext>
            </a:extLst>
          </p:cNvPr>
          <p:cNvSpPr>
            <a:spLocks noGrp="1"/>
          </p:cNvSpPr>
          <p:nvPr>
            <p:ph type="body" sz="quarter" idx="45" hasCustomPrompt="1"/>
          </p:nvPr>
        </p:nvSpPr>
        <p:spPr>
          <a:xfrm>
            <a:off x="7427977" y="3582305"/>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15" name="Text Placeholder 6">
            <a:extLst>
              <a:ext uri="{FF2B5EF4-FFF2-40B4-BE49-F238E27FC236}">
                <a16:creationId xmlns:a16="http://schemas.microsoft.com/office/drawing/2014/main" id="{867AB95F-8BBD-5803-6292-19E7CECEB9BB}"/>
              </a:ext>
            </a:extLst>
          </p:cNvPr>
          <p:cNvSpPr>
            <a:spLocks noGrp="1"/>
          </p:cNvSpPr>
          <p:nvPr>
            <p:ph type="body" sz="quarter" idx="46" hasCustomPrompt="1"/>
          </p:nvPr>
        </p:nvSpPr>
        <p:spPr>
          <a:xfrm>
            <a:off x="7427977" y="3771661"/>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16" name="Picture Placeholder 3">
            <a:extLst>
              <a:ext uri="{FF2B5EF4-FFF2-40B4-BE49-F238E27FC236}">
                <a16:creationId xmlns:a16="http://schemas.microsoft.com/office/drawing/2014/main" id="{B5AF798C-C386-1BD6-9B92-A95AC511A759}"/>
              </a:ext>
            </a:extLst>
          </p:cNvPr>
          <p:cNvSpPr>
            <a:spLocks noGrp="1" noChangeAspect="1"/>
          </p:cNvSpPr>
          <p:nvPr>
            <p:ph type="pic" sz="quarter" idx="47"/>
          </p:nvPr>
        </p:nvSpPr>
        <p:spPr>
          <a:xfrm>
            <a:off x="5632843" y="2576732"/>
            <a:ext cx="914400" cy="914400"/>
          </a:xfrm>
          <a:prstGeom prst="ellipse">
            <a:avLst/>
          </a:prstGeom>
        </p:spPr>
        <p:txBody>
          <a:bodyPr/>
          <a:lstStyle/>
          <a:p>
            <a:endParaRPr lang="en-US"/>
          </a:p>
        </p:txBody>
      </p:sp>
      <p:sp>
        <p:nvSpPr>
          <p:cNvPr id="117" name="Text Placeholder 6">
            <a:extLst>
              <a:ext uri="{FF2B5EF4-FFF2-40B4-BE49-F238E27FC236}">
                <a16:creationId xmlns:a16="http://schemas.microsoft.com/office/drawing/2014/main" id="{ACA6DF2A-8895-AFC1-91DC-99A1C751D1C2}"/>
              </a:ext>
            </a:extLst>
          </p:cNvPr>
          <p:cNvSpPr>
            <a:spLocks noGrp="1"/>
          </p:cNvSpPr>
          <p:nvPr>
            <p:ph type="body" sz="quarter" idx="48" hasCustomPrompt="1"/>
          </p:nvPr>
        </p:nvSpPr>
        <p:spPr>
          <a:xfrm>
            <a:off x="5106214" y="3582305"/>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18" name="Text Placeholder 6">
            <a:extLst>
              <a:ext uri="{FF2B5EF4-FFF2-40B4-BE49-F238E27FC236}">
                <a16:creationId xmlns:a16="http://schemas.microsoft.com/office/drawing/2014/main" id="{50E1429A-E5B4-241C-0DF8-425B6B8CA290}"/>
              </a:ext>
            </a:extLst>
          </p:cNvPr>
          <p:cNvSpPr>
            <a:spLocks noGrp="1"/>
          </p:cNvSpPr>
          <p:nvPr>
            <p:ph type="body" sz="quarter" idx="49" hasCustomPrompt="1"/>
          </p:nvPr>
        </p:nvSpPr>
        <p:spPr>
          <a:xfrm>
            <a:off x="5106214" y="3771661"/>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19" name="Picture Placeholder 3">
            <a:extLst>
              <a:ext uri="{FF2B5EF4-FFF2-40B4-BE49-F238E27FC236}">
                <a16:creationId xmlns:a16="http://schemas.microsoft.com/office/drawing/2014/main" id="{DB4C7860-6C9D-4594-EF9A-760A54CFE4C4}"/>
              </a:ext>
            </a:extLst>
          </p:cNvPr>
          <p:cNvSpPr>
            <a:spLocks noGrp="1" noChangeAspect="1"/>
          </p:cNvSpPr>
          <p:nvPr>
            <p:ph type="pic" sz="quarter" idx="50"/>
          </p:nvPr>
        </p:nvSpPr>
        <p:spPr>
          <a:xfrm>
            <a:off x="3311080" y="2576732"/>
            <a:ext cx="914400" cy="914400"/>
          </a:xfrm>
          <a:prstGeom prst="ellipse">
            <a:avLst/>
          </a:prstGeom>
        </p:spPr>
        <p:txBody>
          <a:bodyPr/>
          <a:lstStyle/>
          <a:p>
            <a:endParaRPr lang="en-US"/>
          </a:p>
        </p:txBody>
      </p:sp>
      <p:sp>
        <p:nvSpPr>
          <p:cNvPr id="120" name="Text Placeholder 6">
            <a:extLst>
              <a:ext uri="{FF2B5EF4-FFF2-40B4-BE49-F238E27FC236}">
                <a16:creationId xmlns:a16="http://schemas.microsoft.com/office/drawing/2014/main" id="{A5EE0C62-8A1A-874A-F633-01D214F43FF9}"/>
              </a:ext>
            </a:extLst>
          </p:cNvPr>
          <p:cNvSpPr>
            <a:spLocks noGrp="1"/>
          </p:cNvSpPr>
          <p:nvPr>
            <p:ph type="body" sz="quarter" idx="51" hasCustomPrompt="1"/>
          </p:nvPr>
        </p:nvSpPr>
        <p:spPr>
          <a:xfrm>
            <a:off x="2778495" y="3582305"/>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21" name="Text Placeholder 6">
            <a:extLst>
              <a:ext uri="{FF2B5EF4-FFF2-40B4-BE49-F238E27FC236}">
                <a16:creationId xmlns:a16="http://schemas.microsoft.com/office/drawing/2014/main" id="{3A7C3157-6A5C-8B65-EC47-8FB6FEB3AEED}"/>
              </a:ext>
            </a:extLst>
          </p:cNvPr>
          <p:cNvSpPr>
            <a:spLocks noGrp="1"/>
          </p:cNvSpPr>
          <p:nvPr>
            <p:ph type="body" sz="quarter" idx="52" hasCustomPrompt="1"/>
          </p:nvPr>
        </p:nvSpPr>
        <p:spPr>
          <a:xfrm>
            <a:off x="2778495" y="3771661"/>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52" name="Picture Placeholder 3">
            <a:extLst>
              <a:ext uri="{FF2B5EF4-FFF2-40B4-BE49-F238E27FC236}">
                <a16:creationId xmlns:a16="http://schemas.microsoft.com/office/drawing/2014/main" id="{62136982-E0E8-C997-8835-A014D78C0B12}"/>
              </a:ext>
            </a:extLst>
          </p:cNvPr>
          <p:cNvSpPr>
            <a:spLocks noGrp="1" noChangeAspect="1"/>
          </p:cNvSpPr>
          <p:nvPr>
            <p:ph type="pic" sz="quarter" idx="53"/>
          </p:nvPr>
        </p:nvSpPr>
        <p:spPr>
          <a:xfrm>
            <a:off x="989317" y="4479673"/>
            <a:ext cx="914400" cy="914400"/>
          </a:xfrm>
          <a:prstGeom prst="ellipse">
            <a:avLst/>
          </a:prstGeom>
        </p:spPr>
        <p:txBody>
          <a:bodyPr/>
          <a:lstStyle/>
          <a:p>
            <a:endParaRPr lang="en-US"/>
          </a:p>
        </p:txBody>
      </p:sp>
      <p:sp>
        <p:nvSpPr>
          <p:cNvPr id="153" name="Text Placeholder 6">
            <a:extLst>
              <a:ext uri="{FF2B5EF4-FFF2-40B4-BE49-F238E27FC236}">
                <a16:creationId xmlns:a16="http://schemas.microsoft.com/office/drawing/2014/main" id="{4B863A47-4C30-741E-144A-08D416B98892}"/>
              </a:ext>
            </a:extLst>
          </p:cNvPr>
          <p:cNvSpPr>
            <a:spLocks noGrp="1"/>
          </p:cNvSpPr>
          <p:nvPr>
            <p:ph type="body" sz="quarter" idx="54" hasCustomPrompt="1"/>
          </p:nvPr>
        </p:nvSpPr>
        <p:spPr>
          <a:xfrm>
            <a:off x="456732" y="5485246"/>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54" name="Text Placeholder 6">
            <a:extLst>
              <a:ext uri="{FF2B5EF4-FFF2-40B4-BE49-F238E27FC236}">
                <a16:creationId xmlns:a16="http://schemas.microsoft.com/office/drawing/2014/main" id="{CCBB87AF-CEB6-6267-ABB9-63A2BB42D794}"/>
              </a:ext>
            </a:extLst>
          </p:cNvPr>
          <p:cNvSpPr>
            <a:spLocks noGrp="1"/>
          </p:cNvSpPr>
          <p:nvPr>
            <p:ph type="body" sz="quarter" idx="55" hasCustomPrompt="1"/>
          </p:nvPr>
        </p:nvSpPr>
        <p:spPr>
          <a:xfrm>
            <a:off x="456732" y="5674602"/>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55" name="Picture Placeholder 3">
            <a:extLst>
              <a:ext uri="{FF2B5EF4-FFF2-40B4-BE49-F238E27FC236}">
                <a16:creationId xmlns:a16="http://schemas.microsoft.com/office/drawing/2014/main" id="{57618A7B-35B4-424E-15CC-CA8413D17093}"/>
              </a:ext>
            </a:extLst>
          </p:cNvPr>
          <p:cNvSpPr>
            <a:spLocks noGrp="1" noChangeAspect="1"/>
          </p:cNvSpPr>
          <p:nvPr>
            <p:ph type="pic" sz="quarter" idx="56"/>
          </p:nvPr>
        </p:nvSpPr>
        <p:spPr>
          <a:xfrm>
            <a:off x="10288283" y="4479673"/>
            <a:ext cx="914400" cy="914400"/>
          </a:xfrm>
          <a:prstGeom prst="ellipse">
            <a:avLst/>
          </a:prstGeom>
        </p:spPr>
        <p:txBody>
          <a:bodyPr/>
          <a:lstStyle/>
          <a:p>
            <a:endParaRPr lang="en-US"/>
          </a:p>
        </p:txBody>
      </p:sp>
      <p:sp>
        <p:nvSpPr>
          <p:cNvPr id="156" name="Text Placeholder 6">
            <a:extLst>
              <a:ext uri="{FF2B5EF4-FFF2-40B4-BE49-F238E27FC236}">
                <a16:creationId xmlns:a16="http://schemas.microsoft.com/office/drawing/2014/main" id="{4C08ADC4-EC38-87CB-AC64-E62C524E74CE}"/>
              </a:ext>
            </a:extLst>
          </p:cNvPr>
          <p:cNvSpPr>
            <a:spLocks noGrp="1"/>
          </p:cNvSpPr>
          <p:nvPr>
            <p:ph type="body" sz="quarter" idx="57" hasCustomPrompt="1"/>
          </p:nvPr>
        </p:nvSpPr>
        <p:spPr>
          <a:xfrm>
            <a:off x="9755697" y="5485246"/>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57" name="Text Placeholder 6">
            <a:extLst>
              <a:ext uri="{FF2B5EF4-FFF2-40B4-BE49-F238E27FC236}">
                <a16:creationId xmlns:a16="http://schemas.microsoft.com/office/drawing/2014/main" id="{15F2221A-6586-743B-1F12-80330B49F070}"/>
              </a:ext>
            </a:extLst>
          </p:cNvPr>
          <p:cNvSpPr>
            <a:spLocks noGrp="1"/>
          </p:cNvSpPr>
          <p:nvPr>
            <p:ph type="body" sz="quarter" idx="58" hasCustomPrompt="1"/>
          </p:nvPr>
        </p:nvSpPr>
        <p:spPr>
          <a:xfrm>
            <a:off x="9755697" y="5674602"/>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58" name="Picture Placeholder 3">
            <a:extLst>
              <a:ext uri="{FF2B5EF4-FFF2-40B4-BE49-F238E27FC236}">
                <a16:creationId xmlns:a16="http://schemas.microsoft.com/office/drawing/2014/main" id="{5F386040-E961-1338-7639-059FDB7CA51D}"/>
              </a:ext>
            </a:extLst>
          </p:cNvPr>
          <p:cNvSpPr>
            <a:spLocks noGrp="1" noChangeAspect="1"/>
          </p:cNvSpPr>
          <p:nvPr>
            <p:ph type="pic" sz="quarter" idx="59"/>
          </p:nvPr>
        </p:nvSpPr>
        <p:spPr>
          <a:xfrm>
            <a:off x="7963541" y="4479673"/>
            <a:ext cx="914400" cy="914400"/>
          </a:xfrm>
          <a:prstGeom prst="ellipse">
            <a:avLst/>
          </a:prstGeom>
        </p:spPr>
        <p:txBody>
          <a:bodyPr/>
          <a:lstStyle/>
          <a:p>
            <a:endParaRPr lang="en-US"/>
          </a:p>
        </p:txBody>
      </p:sp>
      <p:sp>
        <p:nvSpPr>
          <p:cNvPr id="159" name="Text Placeholder 6">
            <a:extLst>
              <a:ext uri="{FF2B5EF4-FFF2-40B4-BE49-F238E27FC236}">
                <a16:creationId xmlns:a16="http://schemas.microsoft.com/office/drawing/2014/main" id="{3C9679C7-D405-8B4C-6326-ADC823A51520}"/>
              </a:ext>
            </a:extLst>
          </p:cNvPr>
          <p:cNvSpPr>
            <a:spLocks noGrp="1"/>
          </p:cNvSpPr>
          <p:nvPr>
            <p:ph type="body" sz="quarter" idx="60" hasCustomPrompt="1"/>
          </p:nvPr>
        </p:nvSpPr>
        <p:spPr>
          <a:xfrm>
            <a:off x="7427977" y="5485246"/>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60" name="Text Placeholder 6">
            <a:extLst>
              <a:ext uri="{FF2B5EF4-FFF2-40B4-BE49-F238E27FC236}">
                <a16:creationId xmlns:a16="http://schemas.microsoft.com/office/drawing/2014/main" id="{0A2F806D-8805-2A32-F475-FE64B6C61089}"/>
              </a:ext>
            </a:extLst>
          </p:cNvPr>
          <p:cNvSpPr>
            <a:spLocks noGrp="1"/>
          </p:cNvSpPr>
          <p:nvPr>
            <p:ph type="body" sz="quarter" idx="61" hasCustomPrompt="1"/>
          </p:nvPr>
        </p:nvSpPr>
        <p:spPr>
          <a:xfrm>
            <a:off x="7427977" y="5674602"/>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61" name="Picture Placeholder 3">
            <a:extLst>
              <a:ext uri="{FF2B5EF4-FFF2-40B4-BE49-F238E27FC236}">
                <a16:creationId xmlns:a16="http://schemas.microsoft.com/office/drawing/2014/main" id="{D3C1DD6E-1681-3BBE-0B12-5ECAFFD59808}"/>
              </a:ext>
            </a:extLst>
          </p:cNvPr>
          <p:cNvSpPr>
            <a:spLocks noGrp="1" noChangeAspect="1"/>
          </p:cNvSpPr>
          <p:nvPr>
            <p:ph type="pic" sz="quarter" idx="62"/>
          </p:nvPr>
        </p:nvSpPr>
        <p:spPr>
          <a:xfrm>
            <a:off x="5632843" y="4479673"/>
            <a:ext cx="914400" cy="914400"/>
          </a:xfrm>
          <a:prstGeom prst="ellipse">
            <a:avLst/>
          </a:prstGeom>
        </p:spPr>
        <p:txBody>
          <a:bodyPr/>
          <a:lstStyle/>
          <a:p>
            <a:endParaRPr lang="en-US"/>
          </a:p>
        </p:txBody>
      </p:sp>
      <p:sp>
        <p:nvSpPr>
          <p:cNvPr id="162" name="Text Placeholder 6">
            <a:extLst>
              <a:ext uri="{FF2B5EF4-FFF2-40B4-BE49-F238E27FC236}">
                <a16:creationId xmlns:a16="http://schemas.microsoft.com/office/drawing/2014/main" id="{E37A87ED-8468-94FC-BB8D-37B652271D95}"/>
              </a:ext>
            </a:extLst>
          </p:cNvPr>
          <p:cNvSpPr>
            <a:spLocks noGrp="1"/>
          </p:cNvSpPr>
          <p:nvPr>
            <p:ph type="body" sz="quarter" idx="63" hasCustomPrompt="1"/>
          </p:nvPr>
        </p:nvSpPr>
        <p:spPr>
          <a:xfrm>
            <a:off x="5106214" y="5485246"/>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63" name="Text Placeholder 6">
            <a:extLst>
              <a:ext uri="{FF2B5EF4-FFF2-40B4-BE49-F238E27FC236}">
                <a16:creationId xmlns:a16="http://schemas.microsoft.com/office/drawing/2014/main" id="{0914712A-3A23-128F-F14A-D55216D105F6}"/>
              </a:ext>
            </a:extLst>
          </p:cNvPr>
          <p:cNvSpPr>
            <a:spLocks noGrp="1"/>
          </p:cNvSpPr>
          <p:nvPr>
            <p:ph type="body" sz="quarter" idx="64" hasCustomPrompt="1"/>
          </p:nvPr>
        </p:nvSpPr>
        <p:spPr>
          <a:xfrm>
            <a:off x="5106214" y="5674602"/>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
        <p:nvSpPr>
          <p:cNvPr id="164" name="Picture Placeholder 3">
            <a:extLst>
              <a:ext uri="{FF2B5EF4-FFF2-40B4-BE49-F238E27FC236}">
                <a16:creationId xmlns:a16="http://schemas.microsoft.com/office/drawing/2014/main" id="{20FCE4FB-3380-32F5-A34A-81ADB39AF329}"/>
              </a:ext>
            </a:extLst>
          </p:cNvPr>
          <p:cNvSpPr>
            <a:spLocks noGrp="1" noChangeAspect="1"/>
          </p:cNvSpPr>
          <p:nvPr>
            <p:ph type="pic" sz="quarter" idx="65"/>
          </p:nvPr>
        </p:nvSpPr>
        <p:spPr>
          <a:xfrm>
            <a:off x="3311080" y="4479673"/>
            <a:ext cx="914400" cy="914400"/>
          </a:xfrm>
          <a:prstGeom prst="ellipse">
            <a:avLst/>
          </a:prstGeom>
        </p:spPr>
        <p:txBody>
          <a:bodyPr/>
          <a:lstStyle/>
          <a:p>
            <a:endParaRPr lang="en-US"/>
          </a:p>
        </p:txBody>
      </p:sp>
      <p:sp>
        <p:nvSpPr>
          <p:cNvPr id="165" name="Text Placeholder 6">
            <a:extLst>
              <a:ext uri="{FF2B5EF4-FFF2-40B4-BE49-F238E27FC236}">
                <a16:creationId xmlns:a16="http://schemas.microsoft.com/office/drawing/2014/main" id="{25CE9CB3-0459-03C9-981C-239662E9673D}"/>
              </a:ext>
            </a:extLst>
          </p:cNvPr>
          <p:cNvSpPr>
            <a:spLocks noGrp="1"/>
          </p:cNvSpPr>
          <p:nvPr>
            <p:ph type="body" sz="quarter" idx="66" hasCustomPrompt="1"/>
          </p:nvPr>
        </p:nvSpPr>
        <p:spPr>
          <a:xfrm>
            <a:off x="2778495" y="5485246"/>
            <a:ext cx="1979571" cy="184666"/>
          </a:xfrm>
        </p:spPr>
        <p:txBody>
          <a:bodyPr wrap="square" anchor="t">
            <a:spAutoFit/>
          </a:bodyPr>
          <a:lstStyle>
            <a:lvl1pPr marL="0" indent="0" algn="ctr">
              <a:lnSpc>
                <a:spcPct val="100000"/>
              </a:lnSpc>
              <a:spcBef>
                <a:spcPts val="0"/>
              </a:spcBef>
              <a:buNone/>
              <a:defRPr sz="1200" b="1">
                <a:solidFill>
                  <a:schemeClr val="tx1"/>
                </a:solidFill>
              </a:defRPr>
            </a:lvl1pPr>
          </a:lstStyle>
          <a:p>
            <a:pPr lvl="0"/>
            <a:r>
              <a:rPr lang="en-US"/>
              <a:t>Name</a:t>
            </a:r>
          </a:p>
        </p:txBody>
      </p:sp>
      <p:sp>
        <p:nvSpPr>
          <p:cNvPr id="166" name="Text Placeholder 6">
            <a:extLst>
              <a:ext uri="{FF2B5EF4-FFF2-40B4-BE49-F238E27FC236}">
                <a16:creationId xmlns:a16="http://schemas.microsoft.com/office/drawing/2014/main" id="{6117FBC1-7050-25D9-BAA8-42BD4B5857D1}"/>
              </a:ext>
            </a:extLst>
          </p:cNvPr>
          <p:cNvSpPr>
            <a:spLocks noGrp="1"/>
          </p:cNvSpPr>
          <p:nvPr>
            <p:ph type="body" sz="quarter" idx="67" hasCustomPrompt="1"/>
          </p:nvPr>
        </p:nvSpPr>
        <p:spPr>
          <a:xfrm>
            <a:off x="2778495" y="5674602"/>
            <a:ext cx="1979571" cy="184666"/>
          </a:xfrm>
        </p:spPr>
        <p:txBody>
          <a:bodyPr wrap="square" anchor="t">
            <a:spAutoFit/>
          </a:bodyPr>
          <a:lstStyle>
            <a:lvl1pPr marL="0" indent="0" algn="ctr">
              <a:lnSpc>
                <a:spcPct val="100000"/>
              </a:lnSpc>
              <a:spcBef>
                <a:spcPts val="0"/>
              </a:spcBef>
              <a:buNone/>
              <a:defRPr>
                <a:solidFill>
                  <a:schemeClr val="tx2"/>
                </a:solidFill>
              </a:defRPr>
            </a:lvl1pPr>
          </a:lstStyle>
          <a:p>
            <a:pPr lvl="0"/>
            <a:r>
              <a:rPr lang="en-US"/>
              <a:t>Position</a:t>
            </a:r>
          </a:p>
        </p:txBody>
      </p:sp>
    </p:spTree>
    <p:extLst>
      <p:ext uri="{BB962C8B-B14F-4D97-AF65-F5344CB8AC3E}">
        <p14:creationId xmlns:p14="http://schemas.microsoft.com/office/powerpoint/2010/main" val="19694853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Title +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D98276AC-B911-C1DE-F556-E1E6871BB18B}"/>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19">
            <a:extLst>
              <a:ext uri="{FF2B5EF4-FFF2-40B4-BE49-F238E27FC236}">
                <a16:creationId xmlns:a16="http://schemas.microsoft.com/office/drawing/2014/main" id="{99A42EE7-B061-3973-B95C-FE898B1B1D3D}"/>
              </a:ext>
            </a:extLst>
          </p:cNvPr>
          <p:cNvSpPr>
            <a:spLocks noGrp="1"/>
          </p:cNvSpPr>
          <p:nvPr>
            <p:ph sz="quarter" idx="13" hasCustomPrompt="1"/>
          </p:nvPr>
        </p:nvSpPr>
        <p:spPr>
          <a:xfrm>
            <a:off x="452701" y="1424682"/>
            <a:ext cx="11282099" cy="4712658"/>
          </a:xfrm>
        </p:spPr>
        <p:txBody>
          <a:bodyPr/>
          <a:lstStyle>
            <a:lvl1pPr>
              <a:spcBef>
                <a:spcPts val="800"/>
              </a:spcBef>
              <a:defRPr/>
            </a:lvl1pPr>
            <a:lvl2pPr>
              <a:spcBef>
                <a:spcPts val="800"/>
              </a:spcBef>
              <a:defRPr/>
            </a:lvl2pPr>
            <a:lvl3pPr>
              <a:spcBef>
                <a:spcPts val="800"/>
              </a:spcBef>
              <a:defRPr/>
            </a:lvl3pPr>
            <a:lvl4pPr>
              <a:spcBef>
                <a:spcPts val="800"/>
              </a:spcBef>
              <a:defRPr/>
            </a:lvl4pPr>
            <a:lvl5pPr>
              <a:spcBef>
                <a:spcPts val="800"/>
              </a:spcBef>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Tree>
    <p:extLst>
      <p:ext uri="{BB962C8B-B14F-4D97-AF65-F5344CB8AC3E}">
        <p14:creationId xmlns:p14="http://schemas.microsoft.com/office/powerpoint/2010/main" val="30780419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Title + Content">
    <p:bg>
      <p:bgPr>
        <a:solidFill>
          <a:schemeClr val="tx2"/>
        </a:solidFill>
        <a:effectLst/>
      </p:bgPr>
    </p:bg>
    <p:spTree>
      <p:nvGrpSpPr>
        <p:cNvPr id="1" name=""/>
        <p:cNvGrpSpPr/>
        <p:nvPr/>
      </p:nvGrpSpPr>
      <p:grpSpPr>
        <a:xfrm>
          <a:off x="0" y="0"/>
          <a:ext cx="0" cy="0"/>
          <a:chOff x="0" y="0"/>
          <a:chExt cx="0" cy="0"/>
        </a:xfrm>
      </p:grpSpPr>
      <p:sp>
        <p:nvSpPr>
          <p:cNvPr id="22" name="Content Placeholder 19">
            <a:extLst>
              <a:ext uri="{FF2B5EF4-FFF2-40B4-BE49-F238E27FC236}">
                <a16:creationId xmlns:a16="http://schemas.microsoft.com/office/drawing/2014/main" id="{99A42EE7-B061-3973-B95C-FE898B1B1D3D}"/>
              </a:ext>
            </a:extLst>
          </p:cNvPr>
          <p:cNvSpPr>
            <a:spLocks noGrp="1"/>
          </p:cNvSpPr>
          <p:nvPr>
            <p:ph sz="quarter" idx="13" hasCustomPrompt="1"/>
          </p:nvPr>
        </p:nvSpPr>
        <p:spPr>
          <a:xfrm>
            <a:off x="452701" y="1424682"/>
            <a:ext cx="11282099" cy="4712658"/>
          </a:xfrm>
        </p:spPr>
        <p:txBody>
          <a:bodyPr/>
          <a:lstStyle>
            <a:lvl1pPr>
              <a:spcBef>
                <a:spcPts val="800"/>
              </a:spcBef>
              <a:buClr>
                <a:schemeClr val="bg2"/>
              </a:buClr>
              <a:defRPr>
                <a:solidFill>
                  <a:schemeClr val="bg2"/>
                </a:solidFill>
              </a:defRPr>
            </a:lvl1pPr>
            <a:lvl2pPr>
              <a:spcBef>
                <a:spcPts val="800"/>
              </a:spcBef>
              <a:buClr>
                <a:schemeClr val="bg2"/>
              </a:buClr>
              <a:defRPr>
                <a:solidFill>
                  <a:schemeClr val="bg2"/>
                </a:solidFill>
              </a:defRPr>
            </a:lvl2pPr>
            <a:lvl3pPr>
              <a:spcBef>
                <a:spcPts val="800"/>
              </a:spcBef>
              <a:buClr>
                <a:schemeClr val="bg2"/>
              </a:buClr>
              <a:defRPr>
                <a:solidFill>
                  <a:schemeClr val="bg2"/>
                </a:solidFill>
              </a:defRPr>
            </a:lvl3pPr>
            <a:lvl4pPr>
              <a:spcBef>
                <a:spcPts val="800"/>
              </a:spcBef>
              <a:buClr>
                <a:schemeClr val="bg2"/>
              </a:buClr>
              <a:defRPr>
                <a:solidFill>
                  <a:schemeClr val="bg2"/>
                </a:solidFill>
              </a:defRPr>
            </a:lvl4pPr>
            <a:lvl5pPr>
              <a:spcBef>
                <a:spcPts val="800"/>
              </a:spcBef>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3079" y="566400"/>
            <a:ext cx="11282099" cy="566928"/>
          </a:xfrm>
        </p:spPr>
        <p:txBody>
          <a:bodyPr/>
          <a:lstStyle>
            <a:lvl1pPr>
              <a:defRPr>
                <a:solidFill>
                  <a:schemeClr val="bg2"/>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3" name="TextBox 2">
            <a:extLst>
              <a:ext uri="{FF2B5EF4-FFF2-40B4-BE49-F238E27FC236}">
                <a16:creationId xmlns:a16="http://schemas.microsoft.com/office/drawing/2014/main" id="{E6380E83-C566-6A2B-0896-191BD3B3358C}"/>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pic>
        <p:nvPicPr>
          <p:cNvPr id="9" name="Graphic 8">
            <a:extLst>
              <a:ext uri="{FF2B5EF4-FFF2-40B4-BE49-F238E27FC236}">
                <a16:creationId xmlns:a16="http://schemas.microsoft.com/office/drawing/2014/main" id="{3D77EA2D-4FB6-9FD9-5492-413FA9A8D6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439" y="6477927"/>
            <a:ext cx="226315" cy="301753"/>
          </a:xfrm>
          <a:prstGeom prst="rect">
            <a:avLst/>
          </a:prstGeom>
        </p:spPr>
      </p:pic>
      <p:sp>
        <p:nvSpPr>
          <p:cNvPr id="4" name="TextBox 3">
            <a:extLst>
              <a:ext uri="{FF2B5EF4-FFF2-40B4-BE49-F238E27FC236}">
                <a16:creationId xmlns:a16="http://schemas.microsoft.com/office/drawing/2014/main" id="{B2F31E1F-027F-16C1-0D7D-AD87436C9DAB}"/>
              </a:ext>
            </a:extLst>
          </p:cNvPr>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1735864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Heav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3" name="Content Placeholder 19">
            <a:extLst>
              <a:ext uri="{FF2B5EF4-FFF2-40B4-BE49-F238E27FC236}">
                <a16:creationId xmlns:a16="http://schemas.microsoft.com/office/drawing/2014/main" id="{57E1A400-31E2-CB79-EBBB-B44BB85DE6C2}"/>
              </a:ext>
            </a:extLst>
          </p:cNvPr>
          <p:cNvSpPr>
            <a:spLocks noGrp="1"/>
          </p:cNvSpPr>
          <p:nvPr>
            <p:ph sz="quarter" idx="14" hasCustomPrompt="1"/>
          </p:nvPr>
        </p:nvSpPr>
        <p:spPr>
          <a:xfrm>
            <a:off x="5642811" y="1424682"/>
            <a:ext cx="2888546" cy="4712658"/>
          </a:xfrm>
        </p:spPr>
        <p:txBody>
          <a:bodyPr/>
          <a:lstStyle>
            <a:lvl1pPr>
              <a:spcBef>
                <a:spcPts val="800"/>
              </a:spcBef>
              <a:defRPr/>
            </a:lvl1pPr>
            <a:lvl2pPr>
              <a:spcBef>
                <a:spcPts val="800"/>
              </a:spcBef>
              <a:defRPr/>
            </a:lvl2pPr>
            <a:lvl3pPr>
              <a:spcBef>
                <a:spcPts val="800"/>
              </a:spcBef>
              <a:defRPr/>
            </a:lvl3pPr>
            <a:lvl4pPr>
              <a:spcBef>
                <a:spcPts val="800"/>
              </a:spcBef>
              <a:defRPr/>
            </a:lvl4pPr>
            <a:lvl5pPr>
              <a:spcBef>
                <a:spcPts val="800"/>
              </a:spcBef>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19">
            <a:extLst>
              <a:ext uri="{FF2B5EF4-FFF2-40B4-BE49-F238E27FC236}">
                <a16:creationId xmlns:a16="http://schemas.microsoft.com/office/drawing/2014/main" id="{5CF32394-E557-546A-6906-73EDE7B712E1}"/>
              </a:ext>
            </a:extLst>
          </p:cNvPr>
          <p:cNvSpPr>
            <a:spLocks noGrp="1"/>
          </p:cNvSpPr>
          <p:nvPr>
            <p:ph sz="quarter" idx="16" hasCustomPrompt="1"/>
          </p:nvPr>
        </p:nvSpPr>
        <p:spPr>
          <a:xfrm>
            <a:off x="452701" y="1424682"/>
            <a:ext cx="4874834" cy="4712658"/>
          </a:xfrm>
        </p:spPr>
        <p:txBody>
          <a:bodyPr/>
          <a:lstStyle>
            <a:lvl1pPr>
              <a:spcBef>
                <a:spcPts val="800"/>
              </a:spcBef>
              <a:defRPr sz="1200"/>
            </a:lvl1pPr>
            <a:lvl2pPr>
              <a:spcBef>
                <a:spcPts val="800"/>
              </a:spcBef>
              <a:defRPr sz="1200"/>
            </a:lvl2pPr>
            <a:lvl3pPr>
              <a:spcBef>
                <a:spcPts val="800"/>
              </a:spcBef>
              <a:defRPr sz="1200"/>
            </a:lvl3pPr>
            <a:lvl4pPr>
              <a:spcBef>
                <a:spcPts val="800"/>
              </a:spcBef>
              <a:defRPr sz="1200"/>
            </a:lvl4pPr>
            <a:lvl5pPr>
              <a:spcBef>
                <a:spcPts val="800"/>
              </a:spcBef>
              <a:defRPr sz="1200"/>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7" name="Content Placeholder 19">
            <a:extLst>
              <a:ext uri="{FF2B5EF4-FFF2-40B4-BE49-F238E27FC236}">
                <a16:creationId xmlns:a16="http://schemas.microsoft.com/office/drawing/2014/main" id="{2BEE762B-F7BF-A879-6B2A-9EBE3DCF621D}"/>
              </a:ext>
            </a:extLst>
          </p:cNvPr>
          <p:cNvSpPr>
            <a:spLocks noGrp="1"/>
          </p:cNvSpPr>
          <p:nvPr>
            <p:ph sz="quarter" idx="17" hasCustomPrompt="1"/>
          </p:nvPr>
        </p:nvSpPr>
        <p:spPr>
          <a:xfrm>
            <a:off x="8846633" y="1424682"/>
            <a:ext cx="2888546" cy="4712658"/>
          </a:xfrm>
        </p:spPr>
        <p:txBody>
          <a:bodyPr/>
          <a:lstStyle>
            <a:lvl1pPr>
              <a:spcBef>
                <a:spcPts val="800"/>
              </a:spcBef>
              <a:defRPr/>
            </a:lvl1pPr>
            <a:lvl2pPr>
              <a:spcBef>
                <a:spcPts val="800"/>
              </a:spcBef>
              <a:defRPr/>
            </a:lvl2pPr>
            <a:lvl3pPr>
              <a:spcBef>
                <a:spcPts val="800"/>
              </a:spcBef>
              <a:defRPr/>
            </a:lvl3pPr>
            <a:lvl4pPr>
              <a:spcBef>
                <a:spcPts val="800"/>
              </a:spcBef>
              <a:defRPr/>
            </a:lvl4pPr>
            <a:lvl5pPr>
              <a:spcBef>
                <a:spcPts val="800"/>
              </a:spcBef>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02488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1" y="566400"/>
            <a:ext cx="11282099"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6" name="Content Placeholder 5">
            <a:extLst>
              <a:ext uri="{FF2B5EF4-FFF2-40B4-BE49-F238E27FC236}">
                <a16:creationId xmlns:a16="http://schemas.microsoft.com/office/drawing/2014/main" id="{54F9C6D7-9BC1-D39D-8D65-6FD68D3EBDA9}"/>
              </a:ext>
            </a:extLst>
          </p:cNvPr>
          <p:cNvSpPr>
            <a:spLocks noGrp="1"/>
          </p:cNvSpPr>
          <p:nvPr>
            <p:ph sz="quarter" idx="15" hasCustomPrompt="1"/>
          </p:nvPr>
        </p:nvSpPr>
        <p:spPr>
          <a:xfrm>
            <a:off x="452702" y="1424682"/>
            <a:ext cx="5401742" cy="471265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289CC98E-8CC7-B49B-ACEA-6BEE7BB395F2}"/>
              </a:ext>
            </a:extLst>
          </p:cNvPr>
          <p:cNvSpPr>
            <a:spLocks noGrp="1"/>
          </p:cNvSpPr>
          <p:nvPr>
            <p:ph sz="quarter" idx="16" hasCustomPrompt="1"/>
          </p:nvPr>
        </p:nvSpPr>
        <p:spPr>
          <a:xfrm>
            <a:off x="6333056" y="1424682"/>
            <a:ext cx="5401743" cy="471265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23328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s Conten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1" y="566400"/>
            <a:ext cx="11282099"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4" name="Content Placeholder 5">
            <a:extLst>
              <a:ext uri="{FF2B5EF4-FFF2-40B4-BE49-F238E27FC236}">
                <a16:creationId xmlns:a16="http://schemas.microsoft.com/office/drawing/2014/main" id="{021BD63A-1F1A-3A33-1F1D-DF8E866C9E9B}"/>
              </a:ext>
            </a:extLst>
          </p:cNvPr>
          <p:cNvSpPr>
            <a:spLocks noGrp="1"/>
          </p:cNvSpPr>
          <p:nvPr>
            <p:ph sz="quarter" idx="18" hasCustomPrompt="1"/>
          </p:nvPr>
        </p:nvSpPr>
        <p:spPr>
          <a:xfrm>
            <a:off x="452701" y="1768116"/>
            <a:ext cx="5401742" cy="4369220"/>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92">
            <a:extLst>
              <a:ext uri="{FF2B5EF4-FFF2-40B4-BE49-F238E27FC236}">
                <a16:creationId xmlns:a16="http://schemas.microsoft.com/office/drawing/2014/main" id="{CC5D0E31-702F-5AEF-A083-21D79F13D345}"/>
              </a:ext>
            </a:extLst>
          </p:cNvPr>
          <p:cNvSpPr>
            <a:spLocks noGrp="1"/>
          </p:cNvSpPr>
          <p:nvPr>
            <p:ph sz="quarter" idx="46" hasCustomPrompt="1"/>
          </p:nvPr>
        </p:nvSpPr>
        <p:spPr>
          <a:xfrm>
            <a:off x="452700" y="1424682"/>
            <a:ext cx="5401733"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cxnSp>
        <p:nvCxnSpPr>
          <p:cNvPr id="18" name="Straight Connector 17">
            <a:extLst>
              <a:ext uri="{FF2B5EF4-FFF2-40B4-BE49-F238E27FC236}">
                <a16:creationId xmlns:a16="http://schemas.microsoft.com/office/drawing/2014/main" id="{CF0931A7-FB21-F028-9B60-AC8A262C17CD}"/>
              </a:ext>
            </a:extLst>
          </p:cNvPr>
          <p:cNvCxnSpPr>
            <a:cxnSpLocks/>
          </p:cNvCxnSpPr>
          <p:nvPr userDrawn="1"/>
        </p:nvCxnSpPr>
        <p:spPr>
          <a:xfrm>
            <a:off x="6096000" y="1424682"/>
            <a:ext cx="0" cy="4712654"/>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9" name="Content Placeholder 5">
            <a:extLst>
              <a:ext uri="{FF2B5EF4-FFF2-40B4-BE49-F238E27FC236}">
                <a16:creationId xmlns:a16="http://schemas.microsoft.com/office/drawing/2014/main" id="{240CACE7-7404-8868-A192-843637F9FF3C}"/>
              </a:ext>
            </a:extLst>
          </p:cNvPr>
          <p:cNvSpPr>
            <a:spLocks noGrp="1"/>
          </p:cNvSpPr>
          <p:nvPr>
            <p:ph sz="quarter" idx="47" hasCustomPrompt="1"/>
          </p:nvPr>
        </p:nvSpPr>
        <p:spPr>
          <a:xfrm>
            <a:off x="6333058" y="1768116"/>
            <a:ext cx="5401742" cy="4369220"/>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0" name="Content Placeholder 92">
            <a:extLst>
              <a:ext uri="{FF2B5EF4-FFF2-40B4-BE49-F238E27FC236}">
                <a16:creationId xmlns:a16="http://schemas.microsoft.com/office/drawing/2014/main" id="{A62D8C34-E8AD-ED8F-52F8-556EE5E4E8B8}"/>
              </a:ext>
            </a:extLst>
          </p:cNvPr>
          <p:cNvSpPr>
            <a:spLocks noGrp="1"/>
          </p:cNvSpPr>
          <p:nvPr>
            <p:ph sz="quarter" idx="48" hasCustomPrompt="1"/>
          </p:nvPr>
        </p:nvSpPr>
        <p:spPr>
          <a:xfrm>
            <a:off x="6333057" y="1424682"/>
            <a:ext cx="5401733"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Tree>
    <p:extLst>
      <p:ext uri="{BB962C8B-B14F-4D97-AF65-F5344CB8AC3E}">
        <p14:creationId xmlns:p14="http://schemas.microsoft.com/office/powerpoint/2010/main" val="1475190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s Conten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8" name="Content Placeholder 5">
            <a:extLst>
              <a:ext uri="{FF2B5EF4-FFF2-40B4-BE49-F238E27FC236}">
                <a16:creationId xmlns:a16="http://schemas.microsoft.com/office/drawing/2014/main" id="{AC3963A7-2704-7C43-6FBA-F434EB55986A}"/>
              </a:ext>
            </a:extLst>
          </p:cNvPr>
          <p:cNvSpPr>
            <a:spLocks noGrp="1"/>
          </p:cNvSpPr>
          <p:nvPr>
            <p:ph sz="quarter" idx="15" hasCustomPrompt="1"/>
          </p:nvPr>
        </p:nvSpPr>
        <p:spPr>
          <a:xfrm>
            <a:off x="452701" y="1771030"/>
            <a:ext cx="3440660" cy="4366306"/>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37" name="Content Placeholder 5">
            <a:extLst>
              <a:ext uri="{FF2B5EF4-FFF2-40B4-BE49-F238E27FC236}">
                <a16:creationId xmlns:a16="http://schemas.microsoft.com/office/drawing/2014/main" id="{EED4B544-F3A3-F656-07B4-7BD2919C2AB1}"/>
              </a:ext>
            </a:extLst>
          </p:cNvPr>
          <p:cNvSpPr>
            <a:spLocks noGrp="1"/>
          </p:cNvSpPr>
          <p:nvPr>
            <p:ph sz="quarter" idx="18" hasCustomPrompt="1"/>
          </p:nvPr>
        </p:nvSpPr>
        <p:spPr>
          <a:xfrm>
            <a:off x="8294137" y="1771030"/>
            <a:ext cx="3440660" cy="4366306"/>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39" name="Content Placeholder 5">
            <a:extLst>
              <a:ext uri="{FF2B5EF4-FFF2-40B4-BE49-F238E27FC236}">
                <a16:creationId xmlns:a16="http://schemas.microsoft.com/office/drawing/2014/main" id="{92CD8065-8185-41D1-8D5D-49D6373F1C95}"/>
              </a:ext>
            </a:extLst>
          </p:cNvPr>
          <p:cNvSpPr>
            <a:spLocks noGrp="1"/>
          </p:cNvSpPr>
          <p:nvPr>
            <p:ph sz="quarter" idx="20" hasCustomPrompt="1"/>
          </p:nvPr>
        </p:nvSpPr>
        <p:spPr>
          <a:xfrm>
            <a:off x="4373267" y="1771030"/>
            <a:ext cx="3440660" cy="4366306"/>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99A0ED04-2BD0-D1FB-E0B5-D4D2C13FD67C}"/>
              </a:ext>
            </a:extLst>
          </p:cNvPr>
          <p:cNvCxnSpPr>
            <a:cxnSpLocks/>
          </p:cNvCxnSpPr>
          <p:nvPr userDrawn="1"/>
        </p:nvCxnSpPr>
        <p:spPr>
          <a:xfrm>
            <a:off x="4130418" y="1424682"/>
            <a:ext cx="0" cy="4712654"/>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9E283D4-588C-5E4C-E9C1-41FE7F1B506D}"/>
              </a:ext>
            </a:extLst>
          </p:cNvPr>
          <p:cNvCxnSpPr>
            <a:cxnSpLocks/>
          </p:cNvCxnSpPr>
          <p:nvPr userDrawn="1"/>
        </p:nvCxnSpPr>
        <p:spPr>
          <a:xfrm>
            <a:off x="8054956" y="1424682"/>
            <a:ext cx="0" cy="4712654"/>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Content Placeholder 92">
            <a:extLst>
              <a:ext uri="{FF2B5EF4-FFF2-40B4-BE49-F238E27FC236}">
                <a16:creationId xmlns:a16="http://schemas.microsoft.com/office/drawing/2014/main" id="{78C28A41-EF37-D386-D47E-2CA282F3210E}"/>
              </a:ext>
            </a:extLst>
          </p:cNvPr>
          <p:cNvSpPr>
            <a:spLocks noGrp="1"/>
          </p:cNvSpPr>
          <p:nvPr>
            <p:ph sz="quarter" idx="51" hasCustomPrompt="1"/>
          </p:nvPr>
        </p:nvSpPr>
        <p:spPr>
          <a:xfrm>
            <a:off x="452701" y="1427596"/>
            <a:ext cx="3434865"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
        <p:nvSpPr>
          <p:cNvPr id="12" name="Content Placeholder 92">
            <a:extLst>
              <a:ext uri="{FF2B5EF4-FFF2-40B4-BE49-F238E27FC236}">
                <a16:creationId xmlns:a16="http://schemas.microsoft.com/office/drawing/2014/main" id="{C6E06199-61C3-BBE6-1310-6FEA2916131D}"/>
              </a:ext>
            </a:extLst>
          </p:cNvPr>
          <p:cNvSpPr>
            <a:spLocks noGrp="1"/>
          </p:cNvSpPr>
          <p:nvPr>
            <p:ph sz="quarter" idx="52" hasCustomPrompt="1"/>
          </p:nvPr>
        </p:nvSpPr>
        <p:spPr>
          <a:xfrm>
            <a:off x="4374623" y="1426352"/>
            <a:ext cx="3440654"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
        <p:nvSpPr>
          <p:cNvPr id="13" name="Content Placeholder 92">
            <a:extLst>
              <a:ext uri="{FF2B5EF4-FFF2-40B4-BE49-F238E27FC236}">
                <a16:creationId xmlns:a16="http://schemas.microsoft.com/office/drawing/2014/main" id="{EC8F479D-C1D0-6D7B-B124-6969F178783F}"/>
              </a:ext>
            </a:extLst>
          </p:cNvPr>
          <p:cNvSpPr>
            <a:spLocks noGrp="1"/>
          </p:cNvSpPr>
          <p:nvPr>
            <p:ph sz="quarter" idx="53" hasCustomPrompt="1"/>
          </p:nvPr>
        </p:nvSpPr>
        <p:spPr>
          <a:xfrm>
            <a:off x="8295064" y="1426352"/>
            <a:ext cx="3440654"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Tree>
    <p:extLst>
      <p:ext uri="{BB962C8B-B14F-4D97-AF65-F5344CB8AC3E}">
        <p14:creationId xmlns:p14="http://schemas.microsoft.com/office/powerpoint/2010/main" val="35179503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s Conten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8" name="Content Placeholder 5">
            <a:extLst>
              <a:ext uri="{FF2B5EF4-FFF2-40B4-BE49-F238E27FC236}">
                <a16:creationId xmlns:a16="http://schemas.microsoft.com/office/drawing/2014/main" id="{AC3963A7-2704-7C43-6FBA-F434EB55986A}"/>
              </a:ext>
            </a:extLst>
          </p:cNvPr>
          <p:cNvSpPr>
            <a:spLocks noGrp="1"/>
          </p:cNvSpPr>
          <p:nvPr>
            <p:ph sz="quarter" idx="15" hasCustomPrompt="1"/>
          </p:nvPr>
        </p:nvSpPr>
        <p:spPr>
          <a:xfrm>
            <a:off x="452701" y="1768116"/>
            <a:ext cx="2559796" cy="4369220"/>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99A0ED04-2BD0-D1FB-E0B5-D4D2C13FD67C}"/>
              </a:ext>
            </a:extLst>
          </p:cNvPr>
          <p:cNvCxnSpPr>
            <a:cxnSpLocks/>
          </p:cNvCxnSpPr>
          <p:nvPr userDrawn="1"/>
        </p:nvCxnSpPr>
        <p:spPr>
          <a:xfrm>
            <a:off x="3187738" y="1424682"/>
            <a:ext cx="0" cy="4712654"/>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9E283D4-588C-5E4C-E9C1-41FE7F1B506D}"/>
              </a:ext>
            </a:extLst>
          </p:cNvPr>
          <p:cNvCxnSpPr>
            <a:cxnSpLocks/>
          </p:cNvCxnSpPr>
          <p:nvPr userDrawn="1"/>
        </p:nvCxnSpPr>
        <p:spPr>
          <a:xfrm>
            <a:off x="8999836" y="1424682"/>
            <a:ext cx="0" cy="4712654"/>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1" name="Content Placeholder 92">
            <a:extLst>
              <a:ext uri="{FF2B5EF4-FFF2-40B4-BE49-F238E27FC236}">
                <a16:creationId xmlns:a16="http://schemas.microsoft.com/office/drawing/2014/main" id="{78C28A41-EF37-D386-D47E-2CA282F3210E}"/>
              </a:ext>
            </a:extLst>
          </p:cNvPr>
          <p:cNvSpPr>
            <a:spLocks noGrp="1"/>
          </p:cNvSpPr>
          <p:nvPr>
            <p:ph sz="quarter" idx="51" hasCustomPrompt="1"/>
          </p:nvPr>
        </p:nvSpPr>
        <p:spPr>
          <a:xfrm>
            <a:off x="452701" y="1424682"/>
            <a:ext cx="2557355"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
        <p:nvSpPr>
          <p:cNvPr id="15" name="Content Placeholder 5">
            <a:extLst>
              <a:ext uri="{FF2B5EF4-FFF2-40B4-BE49-F238E27FC236}">
                <a16:creationId xmlns:a16="http://schemas.microsoft.com/office/drawing/2014/main" id="{681B80C0-AAF6-C0C7-D5CE-05108CE5960C}"/>
              </a:ext>
            </a:extLst>
          </p:cNvPr>
          <p:cNvSpPr>
            <a:spLocks noGrp="1"/>
          </p:cNvSpPr>
          <p:nvPr>
            <p:ph sz="quarter" idx="56" hasCustomPrompt="1"/>
          </p:nvPr>
        </p:nvSpPr>
        <p:spPr>
          <a:xfrm>
            <a:off x="3360132" y="1768116"/>
            <a:ext cx="2559796" cy="4369220"/>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16" name="Content Placeholder 92">
            <a:extLst>
              <a:ext uri="{FF2B5EF4-FFF2-40B4-BE49-F238E27FC236}">
                <a16:creationId xmlns:a16="http://schemas.microsoft.com/office/drawing/2014/main" id="{5B6AF00E-F74D-26ED-A59E-41DF75D789BF}"/>
              </a:ext>
            </a:extLst>
          </p:cNvPr>
          <p:cNvSpPr>
            <a:spLocks noGrp="1"/>
          </p:cNvSpPr>
          <p:nvPr>
            <p:ph sz="quarter" idx="57" hasCustomPrompt="1"/>
          </p:nvPr>
        </p:nvSpPr>
        <p:spPr>
          <a:xfrm>
            <a:off x="3360132" y="1424682"/>
            <a:ext cx="2557355"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
        <p:nvSpPr>
          <p:cNvPr id="18" name="Content Placeholder 5">
            <a:extLst>
              <a:ext uri="{FF2B5EF4-FFF2-40B4-BE49-F238E27FC236}">
                <a16:creationId xmlns:a16="http://schemas.microsoft.com/office/drawing/2014/main" id="{82C110E8-86E8-0D6D-1410-57E8155A763E}"/>
              </a:ext>
            </a:extLst>
          </p:cNvPr>
          <p:cNvSpPr>
            <a:spLocks noGrp="1"/>
          </p:cNvSpPr>
          <p:nvPr>
            <p:ph sz="quarter" idx="58" hasCustomPrompt="1"/>
          </p:nvPr>
        </p:nvSpPr>
        <p:spPr>
          <a:xfrm>
            <a:off x="6267563" y="1768116"/>
            <a:ext cx="2559796" cy="4369220"/>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19" name="Content Placeholder 92">
            <a:extLst>
              <a:ext uri="{FF2B5EF4-FFF2-40B4-BE49-F238E27FC236}">
                <a16:creationId xmlns:a16="http://schemas.microsoft.com/office/drawing/2014/main" id="{4087D526-FB9D-FC1B-1AE2-C34EBFCA7596}"/>
              </a:ext>
            </a:extLst>
          </p:cNvPr>
          <p:cNvSpPr>
            <a:spLocks noGrp="1"/>
          </p:cNvSpPr>
          <p:nvPr>
            <p:ph sz="quarter" idx="59" hasCustomPrompt="1"/>
          </p:nvPr>
        </p:nvSpPr>
        <p:spPr>
          <a:xfrm>
            <a:off x="6267563" y="1424682"/>
            <a:ext cx="2557355"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sp>
        <p:nvSpPr>
          <p:cNvPr id="20" name="Content Placeholder 5">
            <a:extLst>
              <a:ext uri="{FF2B5EF4-FFF2-40B4-BE49-F238E27FC236}">
                <a16:creationId xmlns:a16="http://schemas.microsoft.com/office/drawing/2014/main" id="{E1205568-D589-E538-9943-E0A9E6218D09}"/>
              </a:ext>
            </a:extLst>
          </p:cNvPr>
          <p:cNvSpPr>
            <a:spLocks noGrp="1"/>
          </p:cNvSpPr>
          <p:nvPr>
            <p:ph sz="quarter" idx="60" hasCustomPrompt="1"/>
          </p:nvPr>
        </p:nvSpPr>
        <p:spPr>
          <a:xfrm>
            <a:off x="9174993" y="1768116"/>
            <a:ext cx="2559796" cy="4369220"/>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1" name="Content Placeholder 92">
            <a:extLst>
              <a:ext uri="{FF2B5EF4-FFF2-40B4-BE49-F238E27FC236}">
                <a16:creationId xmlns:a16="http://schemas.microsoft.com/office/drawing/2014/main" id="{54184F9D-C9B7-C931-7293-47E2CF3B3E1F}"/>
              </a:ext>
            </a:extLst>
          </p:cNvPr>
          <p:cNvSpPr>
            <a:spLocks noGrp="1"/>
          </p:cNvSpPr>
          <p:nvPr>
            <p:ph sz="quarter" idx="61" hasCustomPrompt="1"/>
          </p:nvPr>
        </p:nvSpPr>
        <p:spPr>
          <a:xfrm>
            <a:off x="9174993" y="1424682"/>
            <a:ext cx="2557355" cy="215444"/>
          </a:xfrm>
        </p:spPr>
        <p:txBody>
          <a:bodyPr wrap="square" anchor="t">
            <a:spAutoFit/>
          </a:bodyPr>
          <a:lstStyle>
            <a:lvl1pPr>
              <a:defRPr sz="1400">
                <a:solidFill>
                  <a:schemeClr val="tx1"/>
                </a:solidFill>
              </a:defRPr>
            </a:lvl1pPr>
            <a:lvl2pPr marL="115888" indent="0">
              <a:buNone/>
              <a:defRPr/>
            </a:lvl2pPr>
          </a:lstStyle>
          <a:p>
            <a:pPr lvl="0"/>
            <a:r>
              <a:rPr lang="en-US"/>
              <a:t>Click to edit Content (14 PT)</a:t>
            </a:r>
          </a:p>
        </p:txBody>
      </p:sp>
      <p:cxnSp>
        <p:nvCxnSpPr>
          <p:cNvPr id="22" name="Straight Connector 21">
            <a:extLst>
              <a:ext uri="{FF2B5EF4-FFF2-40B4-BE49-F238E27FC236}">
                <a16:creationId xmlns:a16="http://schemas.microsoft.com/office/drawing/2014/main" id="{B3479BB5-52C2-77DA-1BB9-8BA0F70A4B63}"/>
              </a:ext>
            </a:extLst>
          </p:cNvPr>
          <p:cNvCxnSpPr>
            <a:cxnSpLocks/>
          </p:cNvCxnSpPr>
          <p:nvPr userDrawn="1"/>
        </p:nvCxnSpPr>
        <p:spPr>
          <a:xfrm>
            <a:off x="6093748" y="1424682"/>
            <a:ext cx="0" cy="4712654"/>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16797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ntent Row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8" name="Content Placeholder 5">
            <a:extLst>
              <a:ext uri="{FF2B5EF4-FFF2-40B4-BE49-F238E27FC236}">
                <a16:creationId xmlns:a16="http://schemas.microsoft.com/office/drawing/2014/main" id="{AC3963A7-2704-7C43-6FBA-F434EB55986A}"/>
              </a:ext>
            </a:extLst>
          </p:cNvPr>
          <p:cNvSpPr>
            <a:spLocks noGrp="1"/>
          </p:cNvSpPr>
          <p:nvPr>
            <p:ph sz="quarter" idx="15" hasCustomPrompt="1"/>
          </p:nvPr>
        </p:nvSpPr>
        <p:spPr>
          <a:xfrm>
            <a:off x="3852672" y="1424681"/>
            <a:ext cx="4486655" cy="213131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2">
            <a:extLst>
              <a:ext uri="{FF2B5EF4-FFF2-40B4-BE49-F238E27FC236}">
                <a16:creationId xmlns:a16="http://schemas.microsoft.com/office/drawing/2014/main" id="{78C28A41-EF37-D386-D47E-2CA282F3210E}"/>
              </a:ext>
            </a:extLst>
          </p:cNvPr>
          <p:cNvSpPr>
            <a:spLocks noGrp="1"/>
          </p:cNvSpPr>
          <p:nvPr>
            <p:ph sz="quarter" idx="51" hasCustomPrompt="1"/>
          </p:nvPr>
        </p:nvSpPr>
        <p:spPr>
          <a:xfrm>
            <a:off x="452700" y="1424682"/>
            <a:ext cx="3200400" cy="2131318"/>
          </a:xfrm>
        </p:spPr>
        <p:txBody>
          <a:bodyPr wrap="square" anchor="t">
            <a:noAutofit/>
          </a:bodyPr>
          <a:lstStyle>
            <a:lvl1pPr>
              <a:defRPr sz="1400">
                <a:solidFill>
                  <a:schemeClr val="tx1"/>
                </a:solidFill>
              </a:defRPr>
            </a:lvl1pPr>
            <a:lvl2pPr marL="115888" indent="0">
              <a:buNone/>
              <a:defRPr/>
            </a:lvl2pPr>
          </a:lstStyle>
          <a:p>
            <a:pPr lvl="0"/>
            <a:r>
              <a:rPr lang="en-US"/>
              <a:t>Click to edit Content (14 PT)</a:t>
            </a:r>
          </a:p>
        </p:txBody>
      </p:sp>
      <p:sp>
        <p:nvSpPr>
          <p:cNvPr id="3" name="Content Placeholder 5">
            <a:extLst>
              <a:ext uri="{FF2B5EF4-FFF2-40B4-BE49-F238E27FC236}">
                <a16:creationId xmlns:a16="http://schemas.microsoft.com/office/drawing/2014/main" id="{3C93B64F-00B3-FBD9-0AD8-5B472BF50CE7}"/>
              </a:ext>
            </a:extLst>
          </p:cNvPr>
          <p:cNvSpPr>
            <a:spLocks noGrp="1"/>
          </p:cNvSpPr>
          <p:nvPr>
            <p:ph sz="quarter" idx="52" hasCustomPrompt="1"/>
          </p:nvPr>
        </p:nvSpPr>
        <p:spPr>
          <a:xfrm>
            <a:off x="8534397" y="1424681"/>
            <a:ext cx="3200400" cy="213131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5">
            <a:extLst>
              <a:ext uri="{FF2B5EF4-FFF2-40B4-BE49-F238E27FC236}">
                <a16:creationId xmlns:a16="http://schemas.microsoft.com/office/drawing/2014/main" id="{06596758-E349-8BF2-5B2F-C0780A79F8C5}"/>
              </a:ext>
            </a:extLst>
          </p:cNvPr>
          <p:cNvSpPr>
            <a:spLocks noGrp="1"/>
          </p:cNvSpPr>
          <p:nvPr>
            <p:ph sz="quarter" idx="54" hasCustomPrompt="1"/>
          </p:nvPr>
        </p:nvSpPr>
        <p:spPr>
          <a:xfrm>
            <a:off x="3852672" y="3973194"/>
            <a:ext cx="4486655" cy="2164146"/>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6" name="Content Placeholder 92">
            <a:extLst>
              <a:ext uri="{FF2B5EF4-FFF2-40B4-BE49-F238E27FC236}">
                <a16:creationId xmlns:a16="http://schemas.microsoft.com/office/drawing/2014/main" id="{9A4B3CC7-4E93-4D0E-CC5B-8006CC54D343}"/>
              </a:ext>
            </a:extLst>
          </p:cNvPr>
          <p:cNvSpPr>
            <a:spLocks noGrp="1"/>
          </p:cNvSpPr>
          <p:nvPr>
            <p:ph sz="quarter" idx="55" hasCustomPrompt="1"/>
          </p:nvPr>
        </p:nvSpPr>
        <p:spPr>
          <a:xfrm>
            <a:off x="452700" y="3973194"/>
            <a:ext cx="3200400" cy="2164145"/>
          </a:xfrm>
        </p:spPr>
        <p:txBody>
          <a:bodyPr wrap="square" anchor="t">
            <a:noAutofit/>
          </a:bodyPr>
          <a:lstStyle>
            <a:lvl1pPr>
              <a:defRPr sz="1400">
                <a:solidFill>
                  <a:schemeClr val="tx1"/>
                </a:solidFill>
              </a:defRPr>
            </a:lvl1pPr>
            <a:lvl2pPr marL="115888" indent="0">
              <a:buNone/>
              <a:defRPr/>
            </a:lvl2pPr>
          </a:lstStyle>
          <a:p>
            <a:pPr lvl="0"/>
            <a:r>
              <a:rPr lang="en-US"/>
              <a:t>Click to edit Content (14 PT)</a:t>
            </a:r>
          </a:p>
        </p:txBody>
      </p:sp>
      <p:sp>
        <p:nvSpPr>
          <p:cNvPr id="27" name="Content Placeholder 5">
            <a:extLst>
              <a:ext uri="{FF2B5EF4-FFF2-40B4-BE49-F238E27FC236}">
                <a16:creationId xmlns:a16="http://schemas.microsoft.com/office/drawing/2014/main" id="{13BB18AC-9C7F-0E05-DD22-DC09FA1ADF26}"/>
              </a:ext>
            </a:extLst>
          </p:cNvPr>
          <p:cNvSpPr>
            <a:spLocks noGrp="1"/>
          </p:cNvSpPr>
          <p:nvPr>
            <p:ph sz="quarter" idx="56" hasCustomPrompt="1"/>
          </p:nvPr>
        </p:nvSpPr>
        <p:spPr>
          <a:xfrm>
            <a:off x="8534397" y="3973194"/>
            <a:ext cx="3200400" cy="2164146"/>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16504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ontent Row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8" name="Content Placeholder 5">
            <a:extLst>
              <a:ext uri="{FF2B5EF4-FFF2-40B4-BE49-F238E27FC236}">
                <a16:creationId xmlns:a16="http://schemas.microsoft.com/office/drawing/2014/main" id="{AC3963A7-2704-7C43-6FBA-F434EB55986A}"/>
              </a:ext>
            </a:extLst>
          </p:cNvPr>
          <p:cNvSpPr>
            <a:spLocks noGrp="1"/>
          </p:cNvSpPr>
          <p:nvPr>
            <p:ph sz="quarter" idx="15" hasCustomPrompt="1"/>
          </p:nvPr>
        </p:nvSpPr>
        <p:spPr>
          <a:xfrm>
            <a:off x="3852672" y="1424681"/>
            <a:ext cx="4486655" cy="127279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2">
            <a:extLst>
              <a:ext uri="{FF2B5EF4-FFF2-40B4-BE49-F238E27FC236}">
                <a16:creationId xmlns:a16="http://schemas.microsoft.com/office/drawing/2014/main" id="{78C28A41-EF37-D386-D47E-2CA282F3210E}"/>
              </a:ext>
            </a:extLst>
          </p:cNvPr>
          <p:cNvSpPr>
            <a:spLocks noGrp="1"/>
          </p:cNvSpPr>
          <p:nvPr>
            <p:ph sz="quarter" idx="51" hasCustomPrompt="1"/>
          </p:nvPr>
        </p:nvSpPr>
        <p:spPr>
          <a:xfrm>
            <a:off x="452700" y="1424682"/>
            <a:ext cx="3200400" cy="1272798"/>
          </a:xfrm>
        </p:spPr>
        <p:txBody>
          <a:bodyPr wrap="square" anchor="t">
            <a:noAutofit/>
          </a:bodyPr>
          <a:lstStyle>
            <a:lvl1pPr>
              <a:defRPr sz="1400">
                <a:solidFill>
                  <a:schemeClr val="tx1"/>
                </a:solidFill>
              </a:defRPr>
            </a:lvl1pPr>
            <a:lvl2pPr marL="115888" indent="0">
              <a:buNone/>
              <a:defRPr/>
            </a:lvl2pPr>
          </a:lstStyle>
          <a:p>
            <a:pPr lvl="0"/>
            <a:r>
              <a:rPr lang="en-US"/>
              <a:t>Click to edit Content (14 PT)</a:t>
            </a:r>
          </a:p>
        </p:txBody>
      </p:sp>
      <p:sp>
        <p:nvSpPr>
          <p:cNvPr id="3" name="Content Placeholder 5">
            <a:extLst>
              <a:ext uri="{FF2B5EF4-FFF2-40B4-BE49-F238E27FC236}">
                <a16:creationId xmlns:a16="http://schemas.microsoft.com/office/drawing/2014/main" id="{3C93B64F-00B3-FBD9-0AD8-5B472BF50CE7}"/>
              </a:ext>
            </a:extLst>
          </p:cNvPr>
          <p:cNvSpPr>
            <a:spLocks noGrp="1"/>
          </p:cNvSpPr>
          <p:nvPr>
            <p:ph sz="quarter" idx="52" hasCustomPrompt="1"/>
          </p:nvPr>
        </p:nvSpPr>
        <p:spPr>
          <a:xfrm>
            <a:off x="8534397" y="1424681"/>
            <a:ext cx="3200400" cy="127279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9" name="Content Placeholder 5">
            <a:extLst>
              <a:ext uri="{FF2B5EF4-FFF2-40B4-BE49-F238E27FC236}">
                <a16:creationId xmlns:a16="http://schemas.microsoft.com/office/drawing/2014/main" id="{2AD75DFD-3095-B976-2FD7-66F1315F94DA}"/>
              </a:ext>
            </a:extLst>
          </p:cNvPr>
          <p:cNvSpPr>
            <a:spLocks noGrp="1"/>
          </p:cNvSpPr>
          <p:nvPr>
            <p:ph sz="quarter" idx="58" hasCustomPrompt="1"/>
          </p:nvPr>
        </p:nvSpPr>
        <p:spPr>
          <a:xfrm>
            <a:off x="3852672" y="4864540"/>
            <a:ext cx="4486655" cy="127279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30" name="Content Placeholder 92">
            <a:extLst>
              <a:ext uri="{FF2B5EF4-FFF2-40B4-BE49-F238E27FC236}">
                <a16:creationId xmlns:a16="http://schemas.microsoft.com/office/drawing/2014/main" id="{F41FADD5-48BD-F5AB-D542-218BF82DEBD0}"/>
              </a:ext>
            </a:extLst>
          </p:cNvPr>
          <p:cNvSpPr>
            <a:spLocks noGrp="1"/>
          </p:cNvSpPr>
          <p:nvPr>
            <p:ph sz="quarter" idx="59" hasCustomPrompt="1"/>
          </p:nvPr>
        </p:nvSpPr>
        <p:spPr>
          <a:xfrm>
            <a:off x="452700" y="4864541"/>
            <a:ext cx="3200400" cy="1272798"/>
          </a:xfrm>
        </p:spPr>
        <p:txBody>
          <a:bodyPr wrap="square" anchor="t">
            <a:noAutofit/>
          </a:bodyPr>
          <a:lstStyle>
            <a:lvl1pPr>
              <a:defRPr sz="1400">
                <a:solidFill>
                  <a:schemeClr val="tx1"/>
                </a:solidFill>
              </a:defRPr>
            </a:lvl1pPr>
            <a:lvl2pPr marL="115888" indent="0">
              <a:buNone/>
              <a:defRPr/>
            </a:lvl2pPr>
          </a:lstStyle>
          <a:p>
            <a:pPr lvl="0"/>
            <a:r>
              <a:rPr lang="en-US"/>
              <a:t>Click to edit Content (14 PT)</a:t>
            </a:r>
          </a:p>
        </p:txBody>
      </p:sp>
      <p:sp>
        <p:nvSpPr>
          <p:cNvPr id="31" name="Content Placeholder 5">
            <a:extLst>
              <a:ext uri="{FF2B5EF4-FFF2-40B4-BE49-F238E27FC236}">
                <a16:creationId xmlns:a16="http://schemas.microsoft.com/office/drawing/2014/main" id="{02DAD8B4-1B37-4127-4359-4045B5123DCB}"/>
              </a:ext>
            </a:extLst>
          </p:cNvPr>
          <p:cNvSpPr>
            <a:spLocks noGrp="1"/>
          </p:cNvSpPr>
          <p:nvPr>
            <p:ph sz="quarter" idx="60" hasCustomPrompt="1"/>
          </p:nvPr>
        </p:nvSpPr>
        <p:spPr>
          <a:xfrm>
            <a:off x="8534397" y="4864540"/>
            <a:ext cx="3200400" cy="127279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74B3926-29FF-460F-AD30-D22F46CE3B34}"/>
              </a:ext>
            </a:extLst>
          </p:cNvPr>
          <p:cNvSpPr>
            <a:spLocks noGrp="1"/>
          </p:cNvSpPr>
          <p:nvPr>
            <p:ph sz="quarter" idx="61" hasCustomPrompt="1"/>
          </p:nvPr>
        </p:nvSpPr>
        <p:spPr>
          <a:xfrm>
            <a:off x="3852672" y="3144609"/>
            <a:ext cx="4486655" cy="127279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8" name="Content Placeholder 92">
            <a:extLst>
              <a:ext uri="{FF2B5EF4-FFF2-40B4-BE49-F238E27FC236}">
                <a16:creationId xmlns:a16="http://schemas.microsoft.com/office/drawing/2014/main" id="{7360CDC8-C92D-2A69-4CCD-EE0144299B47}"/>
              </a:ext>
            </a:extLst>
          </p:cNvPr>
          <p:cNvSpPr>
            <a:spLocks noGrp="1"/>
          </p:cNvSpPr>
          <p:nvPr>
            <p:ph sz="quarter" idx="62" hasCustomPrompt="1"/>
          </p:nvPr>
        </p:nvSpPr>
        <p:spPr>
          <a:xfrm>
            <a:off x="452700" y="3144610"/>
            <a:ext cx="3200400" cy="1272798"/>
          </a:xfrm>
        </p:spPr>
        <p:txBody>
          <a:bodyPr wrap="square" anchor="t">
            <a:noAutofit/>
          </a:bodyPr>
          <a:lstStyle>
            <a:lvl1pPr>
              <a:defRPr sz="1400">
                <a:solidFill>
                  <a:schemeClr val="tx1"/>
                </a:solidFill>
              </a:defRPr>
            </a:lvl1pPr>
            <a:lvl2pPr marL="115888" indent="0">
              <a:buNone/>
              <a:defRPr/>
            </a:lvl2pPr>
          </a:lstStyle>
          <a:p>
            <a:pPr lvl="0"/>
            <a:r>
              <a:rPr lang="en-US"/>
              <a:t>Click to edit Content (14 PT)</a:t>
            </a:r>
          </a:p>
        </p:txBody>
      </p:sp>
      <p:sp>
        <p:nvSpPr>
          <p:cNvPr id="9" name="Content Placeholder 5">
            <a:extLst>
              <a:ext uri="{FF2B5EF4-FFF2-40B4-BE49-F238E27FC236}">
                <a16:creationId xmlns:a16="http://schemas.microsoft.com/office/drawing/2014/main" id="{2C7427C4-1341-87F1-FF54-6EDB31AF60BA}"/>
              </a:ext>
            </a:extLst>
          </p:cNvPr>
          <p:cNvSpPr>
            <a:spLocks noGrp="1"/>
          </p:cNvSpPr>
          <p:nvPr>
            <p:ph sz="quarter" idx="63" hasCustomPrompt="1"/>
          </p:nvPr>
        </p:nvSpPr>
        <p:spPr>
          <a:xfrm>
            <a:off x="8534397" y="3144609"/>
            <a:ext cx="3200400" cy="1272799"/>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95687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Image Descriptions">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74" name="Straight Connector 73">
            <a:extLst>
              <a:ext uri="{FF2B5EF4-FFF2-40B4-BE49-F238E27FC236}">
                <a16:creationId xmlns:a16="http://schemas.microsoft.com/office/drawing/2014/main" id="{23BE3F37-7021-44C6-2FB5-995338FC0D26}"/>
              </a:ext>
            </a:extLst>
          </p:cNvPr>
          <p:cNvCxnSpPr>
            <a:cxnSpLocks/>
          </p:cNvCxnSpPr>
          <p:nvPr userDrawn="1"/>
        </p:nvCxnSpPr>
        <p:spPr>
          <a:xfrm>
            <a:off x="457193"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FE9A85A-39AD-3B52-A542-7E1C40A6803A}"/>
              </a:ext>
            </a:extLst>
          </p:cNvPr>
          <p:cNvCxnSpPr>
            <a:cxnSpLocks/>
          </p:cNvCxnSpPr>
          <p:nvPr userDrawn="1"/>
        </p:nvCxnSpPr>
        <p:spPr>
          <a:xfrm>
            <a:off x="11724461"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5310C191-C45F-3455-D0D6-1E53A82827D1}"/>
              </a:ext>
            </a:extLst>
          </p:cNvPr>
          <p:cNvCxnSpPr>
            <a:cxnSpLocks/>
          </p:cNvCxnSpPr>
          <p:nvPr userDrawn="1"/>
        </p:nvCxnSpPr>
        <p:spPr>
          <a:xfrm>
            <a:off x="6090827"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89" name="Title 1">
            <a:extLst>
              <a:ext uri="{FF2B5EF4-FFF2-40B4-BE49-F238E27FC236}">
                <a16:creationId xmlns:a16="http://schemas.microsoft.com/office/drawing/2014/main" id="{818A8229-C0EE-C437-9DC2-DEBD203CF6CC}"/>
              </a:ext>
            </a:extLst>
          </p:cNvPr>
          <p:cNvSpPr>
            <a:spLocks noGrp="1"/>
          </p:cNvSpPr>
          <p:nvPr>
            <p:ph type="title" hasCustomPrompt="1"/>
          </p:nvPr>
        </p:nvSpPr>
        <p:spPr>
          <a:xfrm>
            <a:off x="452700" y="566400"/>
            <a:ext cx="3824331" cy="566928"/>
          </a:xfrm>
        </p:spPr>
        <p:txBody>
          <a:bodyPr/>
          <a:lstStyle>
            <a:lvl1pPr>
              <a:defRPr>
                <a:solidFill>
                  <a:schemeClr val="tx1"/>
                </a:solidFill>
              </a:defRPr>
            </a:lvl1pPr>
          </a:lstStyle>
          <a:p>
            <a:r>
              <a:rPr lang="en-US"/>
              <a:t>Click to edit Title (20 PT)</a:t>
            </a:r>
          </a:p>
        </p:txBody>
      </p:sp>
      <p:sp>
        <p:nvSpPr>
          <p:cNvPr id="101" name="Content Placeholder 92">
            <a:extLst>
              <a:ext uri="{FF2B5EF4-FFF2-40B4-BE49-F238E27FC236}">
                <a16:creationId xmlns:a16="http://schemas.microsoft.com/office/drawing/2014/main" id="{057FF5D9-75D8-D2BE-4D0F-AAEA75F541C5}"/>
              </a:ext>
            </a:extLst>
          </p:cNvPr>
          <p:cNvSpPr>
            <a:spLocks noGrp="1"/>
          </p:cNvSpPr>
          <p:nvPr>
            <p:ph sz="quarter" idx="50" hasCustomPrompt="1"/>
          </p:nvPr>
        </p:nvSpPr>
        <p:spPr>
          <a:xfrm>
            <a:off x="5327534" y="566400"/>
            <a:ext cx="6396919" cy="1007441"/>
          </a:xfrm>
        </p:spPr>
        <p:txBody>
          <a:bodyPr/>
          <a:lstStyle>
            <a:lvl1pPr>
              <a:defRPr sz="1400"/>
            </a:lvl1pPr>
            <a:lvl2pPr marL="115888" indent="0">
              <a:buNone/>
              <a:defRPr/>
            </a:lvl2pPr>
          </a:lstStyle>
          <a:p>
            <a:pPr lvl="0"/>
            <a:r>
              <a:rPr lang="en-US"/>
              <a:t>Click to edit Content (14 PT)</a:t>
            </a:r>
          </a:p>
        </p:txBody>
      </p:sp>
      <p:cxnSp>
        <p:nvCxnSpPr>
          <p:cNvPr id="5" name="Straight Connector 4">
            <a:extLst>
              <a:ext uri="{FF2B5EF4-FFF2-40B4-BE49-F238E27FC236}">
                <a16:creationId xmlns:a16="http://schemas.microsoft.com/office/drawing/2014/main" id="{F5179B8B-471D-A201-2465-C9B3204C4177}"/>
              </a:ext>
            </a:extLst>
          </p:cNvPr>
          <p:cNvCxnSpPr/>
          <p:nvPr userDrawn="1"/>
        </p:nvCxnSpPr>
        <p:spPr>
          <a:xfrm>
            <a:off x="0" y="1851954"/>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2" name="Picture Placeholder 7">
            <a:extLst>
              <a:ext uri="{FF2B5EF4-FFF2-40B4-BE49-F238E27FC236}">
                <a16:creationId xmlns:a16="http://schemas.microsoft.com/office/drawing/2014/main" id="{7C3E0D32-43AF-A29F-A188-2E50A4352453}"/>
              </a:ext>
            </a:extLst>
          </p:cNvPr>
          <p:cNvSpPr>
            <a:spLocks noGrp="1"/>
          </p:cNvSpPr>
          <p:nvPr>
            <p:ph type="pic" sz="quarter" idx="30"/>
          </p:nvPr>
        </p:nvSpPr>
        <p:spPr>
          <a:xfrm>
            <a:off x="555518" y="3662700"/>
            <a:ext cx="5440680" cy="2651760"/>
          </a:xfrm>
        </p:spPr>
        <p:txBody>
          <a:bodyPr/>
          <a:lstStyle/>
          <a:p>
            <a:endParaRPr lang="en-US"/>
          </a:p>
        </p:txBody>
      </p:sp>
      <p:sp>
        <p:nvSpPr>
          <p:cNvPr id="13" name="Content Placeholder 92">
            <a:extLst>
              <a:ext uri="{FF2B5EF4-FFF2-40B4-BE49-F238E27FC236}">
                <a16:creationId xmlns:a16="http://schemas.microsoft.com/office/drawing/2014/main" id="{42D9F642-3A3F-DB48-2329-8DA4CBDD653D}"/>
              </a:ext>
            </a:extLst>
          </p:cNvPr>
          <p:cNvSpPr>
            <a:spLocks noGrp="1"/>
          </p:cNvSpPr>
          <p:nvPr>
            <p:ph sz="quarter" idx="42" hasCustomPrompt="1"/>
          </p:nvPr>
        </p:nvSpPr>
        <p:spPr>
          <a:xfrm>
            <a:off x="556171" y="2452490"/>
            <a:ext cx="5440680" cy="742810"/>
          </a:xfrm>
        </p:spPr>
        <p:txBody>
          <a:bodyPr/>
          <a:lstStyle>
            <a:lvl2pPr marL="115888" indent="0">
              <a:buNone/>
              <a:defRPr/>
            </a:lvl2pPr>
          </a:lstStyle>
          <a:p>
            <a:pPr lvl="0"/>
            <a:r>
              <a:rPr lang="en-US"/>
              <a:t>Click to edit Content (12 PT)</a:t>
            </a:r>
          </a:p>
        </p:txBody>
      </p:sp>
      <p:sp>
        <p:nvSpPr>
          <p:cNvPr id="14" name="Content Placeholder 92">
            <a:extLst>
              <a:ext uri="{FF2B5EF4-FFF2-40B4-BE49-F238E27FC236}">
                <a16:creationId xmlns:a16="http://schemas.microsoft.com/office/drawing/2014/main" id="{F8C3F57F-2726-363D-DA14-7FD81DA602CD}"/>
              </a:ext>
            </a:extLst>
          </p:cNvPr>
          <p:cNvSpPr>
            <a:spLocks noGrp="1"/>
          </p:cNvSpPr>
          <p:nvPr>
            <p:ph sz="quarter" idx="46" hasCustomPrompt="1"/>
          </p:nvPr>
        </p:nvSpPr>
        <p:spPr>
          <a:xfrm>
            <a:off x="556171" y="2019375"/>
            <a:ext cx="5440680"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15" name="Picture Placeholder 7">
            <a:extLst>
              <a:ext uri="{FF2B5EF4-FFF2-40B4-BE49-F238E27FC236}">
                <a16:creationId xmlns:a16="http://schemas.microsoft.com/office/drawing/2014/main" id="{003668BA-3951-2478-BFF5-4189320335E5}"/>
              </a:ext>
            </a:extLst>
          </p:cNvPr>
          <p:cNvSpPr>
            <a:spLocks noGrp="1"/>
          </p:cNvSpPr>
          <p:nvPr>
            <p:ph type="pic" sz="quarter" idx="51"/>
          </p:nvPr>
        </p:nvSpPr>
        <p:spPr>
          <a:xfrm>
            <a:off x="6195802" y="3662700"/>
            <a:ext cx="5440680" cy="2651760"/>
          </a:xfrm>
        </p:spPr>
        <p:txBody>
          <a:bodyPr/>
          <a:lstStyle/>
          <a:p>
            <a:endParaRPr lang="en-US"/>
          </a:p>
        </p:txBody>
      </p:sp>
      <p:sp>
        <p:nvSpPr>
          <p:cNvPr id="16" name="Content Placeholder 92">
            <a:extLst>
              <a:ext uri="{FF2B5EF4-FFF2-40B4-BE49-F238E27FC236}">
                <a16:creationId xmlns:a16="http://schemas.microsoft.com/office/drawing/2014/main" id="{BB990F1C-E9D7-D923-AA95-4B62858823C7}"/>
              </a:ext>
            </a:extLst>
          </p:cNvPr>
          <p:cNvSpPr>
            <a:spLocks noGrp="1"/>
          </p:cNvSpPr>
          <p:nvPr>
            <p:ph sz="quarter" idx="52" hasCustomPrompt="1"/>
          </p:nvPr>
        </p:nvSpPr>
        <p:spPr>
          <a:xfrm>
            <a:off x="6196455" y="2452490"/>
            <a:ext cx="5440680" cy="742810"/>
          </a:xfrm>
        </p:spPr>
        <p:txBody>
          <a:bodyPr/>
          <a:lstStyle>
            <a:lvl2pPr marL="115888" indent="0">
              <a:buNone/>
              <a:defRPr/>
            </a:lvl2pPr>
          </a:lstStyle>
          <a:p>
            <a:pPr lvl="0"/>
            <a:r>
              <a:rPr lang="en-US"/>
              <a:t>Click to edit Content (12 PT)</a:t>
            </a:r>
          </a:p>
        </p:txBody>
      </p:sp>
      <p:sp>
        <p:nvSpPr>
          <p:cNvPr id="18" name="Content Placeholder 92">
            <a:extLst>
              <a:ext uri="{FF2B5EF4-FFF2-40B4-BE49-F238E27FC236}">
                <a16:creationId xmlns:a16="http://schemas.microsoft.com/office/drawing/2014/main" id="{1F8DF500-9DBE-69EF-D872-BB8B0E6353DC}"/>
              </a:ext>
            </a:extLst>
          </p:cNvPr>
          <p:cNvSpPr>
            <a:spLocks noGrp="1"/>
          </p:cNvSpPr>
          <p:nvPr>
            <p:ph sz="quarter" idx="53" hasCustomPrompt="1"/>
          </p:nvPr>
        </p:nvSpPr>
        <p:spPr>
          <a:xfrm>
            <a:off x="6196455" y="2019375"/>
            <a:ext cx="5440680"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Tree>
    <p:extLst>
      <p:ext uri="{BB962C8B-B14F-4D97-AF65-F5344CB8AC3E}">
        <p14:creationId xmlns:p14="http://schemas.microsoft.com/office/powerpoint/2010/main" val="9624955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s Image Descriptions">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71" name="Picture Placeholder 7">
            <a:extLst>
              <a:ext uri="{FF2B5EF4-FFF2-40B4-BE49-F238E27FC236}">
                <a16:creationId xmlns:a16="http://schemas.microsoft.com/office/drawing/2014/main" id="{B399C75B-9F59-9637-6013-BBB18B23893C}"/>
              </a:ext>
            </a:extLst>
          </p:cNvPr>
          <p:cNvSpPr>
            <a:spLocks noGrp="1"/>
          </p:cNvSpPr>
          <p:nvPr>
            <p:ph type="pic" sz="quarter" idx="30"/>
          </p:nvPr>
        </p:nvSpPr>
        <p:spPr>
          <a:xfrm>
            <a:off x="555520" y="3662700"/>
            <a:ext cx="3557016" cy="2651760"/>
          </a:xfrm>
        </p:spPr>
        <p:txBody>
          <a:bodyPr/>
          <a:lstStyle/>
          <a:p>
            <a:endParaRPr lang="en-US"/>
          </a:p>
        </p:txBody>
      </p:sp>
      <p:cxnSp>
        <p:nvCxnSpPr>
          <p:cNvPr id="74" name="Straight Connector 73">
            <a:extLst>
              <a:ext uri="{FF2B5EF4-FFF2-40B4-BE49-F238E27FC236}">
                <a16:creationId xmlns:a16="http://schemas.microsoft.com/office/drawing/2014/main" id="{23BE3F37-7021-44C6-2FB5-995338FC0D26}"/>
              </a:ext>
            </a:extLst>
          </p:cNvPr>
          <p:cNvCxnSpPr>
            <a:cxnSpLocks/>
          </p:cNvCxnSpPr>
          <p:nvPr userDrawn="1"/>
        </p:nvCxnSpPr>
        <p:spPr>
          <a:xfrm>
            <a:off x="457193"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FE9A85A-39AD-3B52-A542-7E1C40A6803A}"/>
              </a:ext>
            </a:extLst>
          </p:cNvPr>
          <p:cNvCxnSpPr>
            <a:cxnSpLocks/>
          </p:cNvCxnSpPr>
          <p:nvPr userDrawn="1"/>
        </p:nvCxnSpPr>
        <p:spPr>
          <a:xfrm>
            <a:off x="11724461"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32124C8-6D8C-3608-E88C-D69F1787A7F1}"/>
              </a:ext>
            </a:extLst>
          </p:cNvPr>
          <p:cNvCxnSpPr>
            <a:cxnSpLocks/>
          </p:cNvCxnSpPr>
          <p:nvPr userDrawn="1"/>
        </p:nvCxnSpPr>
        <p:spPr>
          <a:xfrm>
            <a:off x="7968705"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5310C191-C45F-3455-D0D6-1E53A82827D1}"/>
              </a:ext>
            </a:extLst>
          </p:cNvPr>
          <p:cNvCxnSpPr>
            <a:cxnSpLocks/>
          </p:cNvCxnSpPr>
          <p:nvPr userDrawn="1"/>
        </p:nvCxnSpPr>
        <p:spPr>
          <a:xfrm>
            <a:off x="4212949"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89" name="Title 1">
            <a:extLst>
              <a:ext uri="{FF2B5EF4-FFF2-40B4-BE49-F238E27FC236}">
                <a16:creationId xmlns:a16="http://schemas.microsoft.com/office/drawing/2014/main" id="{818A8229-C0EE-C437-9DC2-DEBD203CF6CC}"/>
              </a:ext>
            </a:extLst>
          </p:cNvPr>
          <p:cNvSpPr>
            <a:spLocks noGrp="1"/>
          </p:cNvSpPr>
          <p:nvPr>
            <p:ph type="title" hasCustomPrompt="1"/>
          </p:nvPr>
        </p:nvSpPr>
        <p:spPr>
          <a:xfrm>
            <a:off x="452700" y="566400"/>
            <a:ext cx="3824331" cy="566928"/>
          </a:xfrm>
        </p:spPr>
        <p:txBody>
          <a:bodyPr/>
          <a:lstStyle>
            <a:lvl1pPr>
              <a:defRPr>
                <a:solidFill>
                  <a:schemeClr val="tx1"/>
                </a:solidFill>
              </a:defRPr>
            </a:lvl1pPr>
          </a:lstStyle>
          <a:p>
            <a:r>
              <a:rPr lang="en-US"/>
              <a:t>Click to edit Title (20 PT)</a:t>
            </a:r>
          </a:p>
        </p:txBody>
      </p:sp>
      <p:sp>
        <p:nvSpPr>
          <p:cNvPr id="93" name="Content Placeholder 92">
            <a:extLst>
              <a:ext uri="{FF2B5EF4-FFF2-40B4-BE49-F238E27FC236}">
                <a16:creationId xmlns:a16="http://schemas.microsoft.com/office/drawing/2014/main" id="{58734636-BEEC-06BB-ABBE-D137CF582435}"/>
              </a:ext>
            </a:extLst>
          </p:cNvPr>
          <p:cNvSpPr>
            <a:spLocks noGrp="1"/>
          </p:cNvSpPr>
          <p:nvPr>
            <p:ph sz="quarter" idx="42" hasCustomPrompt="1"/>
          </p:nvPr>
        </p:nvSpPr>
        <p:spPr>
          <a:xfrm>
            <a:off x="556173" y="2452490"/>
            <a:ext cx="3557016" cy="742810"/>
          </a:xfrm>
        </p:spPr>
        <p:txBody>
          <a:bodyPr/>
          <a:lstStyle>
            <a:lvl2pPr marL="115888" indent="0">
              <a:buNone/>
              <a:defRPr/>
            </a:lvl2pPr>
          </a:lstStyle>
          <a:p>
            <a:pPr lvl="0"/>
            <a:r>
              <a:rPr lang="en-US"/>
              <a:t>Click to edit Content (12 PT)</a:t>
            </a:r>
          </a:p>
        </p:txBody>
      </p:sp>
      <p:sp>
        <p:nvSpPr>
          <p:cNvPr id="97" name="Content Placeholder 92">
            <a:extLst>
              <a:ext uri="{FF2B5EF4-FFF2-40B4-BE49-F238E27FC236}">
                <a16:creationId xmlns:a16="http://schemas.microsoft.com/office/drawing/2014/main" id="{240B1CE2-761F-8D0C-859C-B2BEFD743DC4}"/>
              </a:ext>
            </a:extLst>
          </p:cNvPr>
          <p:cNvSpPr>
            <a:spLocks noGrp="1"/>
          </p:cNvSpPr>
          <p:nvPr>
            <p:ph sz="quarter" idx="46" hasCustomPrompt="1"/>
          </p:nvPr>
        </p:nvSpPr>
        <p:spPr>
          <a:xfrm>
            <a:off x="556173" y="2019375"/>
            <a:ext cx="3557016"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101" name="Content Placeholder 92">
            <a:extLst>
              <a:ext uri="{FF2B5EF4-FFF2-40B4-BE49-F238E27FC236}">
                <a16:creationId xmlns:a16="http://schemas.microsoft.com/office/drawing/2014/main" id="{057FF5D9-75D8-D2BE-4D0F-AAEA75F541C5}"/>
              </a:ext>
            </a:extLst>
          </p:cNvPr>
          <p:cNvSpPr>
            <a:spLocks noGrp="1"/>
          </p:cNvSpPr>
          <p:nvPr>
            <p:ph sz="quarter" idx="50" hasCustomPrompt="1"/>
          </p:nvPr>
        </p:nvSpPr>
        <p:spPr>
          <a:xfrm>
            <a:off x="5327534" y="566400"/>
            <a:ext cx="6396919" cy="1007441"/>
          </a:xfrm>
        </p:spPr>
        <p:txBody>
          <a:bodyPr/>
          <a:lstStyle>
            <a:lvl1pPr>
              <a:defRPr sz="1400"/>
            </a:lvl1pPr>
            <a:lvl2pPr marL="115888" indent="0">
              <a:buNone/>
              <a:defRPr/>
            </a:lvl2pPr>
          </a:lstStyle>
          <a:p>
            <a:pPr lvl="0"/>
            <a:r>
              <a:rPr lang="en-US"/>
              <a:t>Click to edit Content (14 PT)</a:t>
            </a:r>
          </a:p>
        </p:txBody>
      </p:sp>
      <p:sp>
        <p:nvSpPr>
          <p:cNvPr id="2" name="Picture Placeholder 7">
            <a:extLst>
              <a:ext uri="{FF2B5EF4-FFF2-40B4-BE49-F238E27FC236}">
                <a16:creationId xmlns:a16="http://schemas.microsoft.com/office/drawing/2014/main" id="{E2F5B400-A0B0-197B-99A8-729E4383C94B}"/>
              </a:ext>
            </a:extLst>
          </p:cNvPr>
          <p:cNvSpPr>
            <a:spLocks noGrp="1"/>
          </p:cNvSpPr>
          <p:nvPr>
            <p:ph type="pic" sz="quarter" idx="51"/>
          </p:nvPr>
        </p:nvSpPr>
        <p:spPr>
          <a:xfrm>
            <a:off x="4310622" y="3662700"/>
            <a:ext cx="3557016" cy="2651760"/>
          </a:xfrm>
        </p:spPr>
        <p:txBody>
          <a:bodyPr/>
          <a:lstStyle/>
          <a:p>
            <a:endParaRPr lang="en-US"/>
          </a:p>
        </p:txBody>
      </p:sp>
      <p:sp>
        <p:nvSpPr>
          <p:cNvPr id="3" name="Content Placeholder 92">
            <a:extLst>
              <a:ext uri="{FF2B5EF4-FFF2-40B4-BE49-F238E27FC236}">
                <a16:creationId xmlns:a16="http://schemas.microsoft.com/office/drawing/2014/main" id="{88B7B879-9B64-45D2-42E5-D70F6629006F}"/>
              </a:ext>
            </a:extLst>
          </p:cNvPr>
          <p:cNvSpPr>
            <a:spLocks noGrp="1"/>
          </p:cNvSpPr>
          <p:nvPr>
            <p:ph sz="quarter" idx="52" hasCustomPrompt="1"/>
          </p:nvPr>
        </p:nvSpPr>
        <p:spPr>
          <a:xfrm>
            <a:off x="4311275" y="2452490"/>
            <a:ext cx="3557016" cy="742810"/>
          </a:xfrm>
        </p:spPr>
        <p:txBody>
          <a:bodyPr/>
          <a:lstStyle>
            <a:lvl2pPr marL="115888" indent="0">
              <a:buNone/>
              <a:defRPr/>
            </a:lvl2pPr>
          </a:lstStyle>
          <a:p>
            <a:pPr lvl="0"/>
            <a:r>
              <a:rPr lang="en-US"/>
              <a:t>Click to edit Content (12 PT)</a:t>
            </a:r>
          </a:p>
        </p:txBody>
      </p:sp>
      <p:sp>
        <p:nvSpPr>
          <p:cNvPr id="4" name="Content Placeholder 92">
            <a:extLst>
              <a:ext uri="{FF2B5EF4-FFF2-40B4-BE49-F238E27FC236}">
                <a16:creationId xmlns:a16="http://schemas.microsoft.com/office/drawing/2014/main" id="{7D5C2594-9C9B-7813-5FCF-9C9F4DC81F9D}"/>
              </a:ext>
            </a:extLst>
          </p:cNvPr>
          <p:cNvSpPr>
            <a:spLocks noGrp="1"/>
          </p:cNvSpPr>
          <p:nvPr>
            <p:ph sz="quarter" idx="53" hasCustomPrompt="1"/>
          </p:nvPr>
        </p:nvSpPr>
        <p:spPr>
          <a:xfrm>
            <a:off x="4311275" y="2019375"/>
            <a:ext cx="3557016"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8" name="Picture Placeholder 7">
            <a:extLst>
              <a:ext uri="{FF2B5EF4-FFF2-40B4-BE49-F238E27FC236}">
                <a16:creationId xmlns:a16="http://schemas.microsoft.com/office/drawing/2014/main" id="{7983C3B6-1E47-BAE4-E8B9-F2A7620D1E89}"/>
              </a:ext>
            </a:extLst>
          </p:cNvPr>
          <p:cNvSpPr>
            <a:spLocks noGrp="1"/>
          </p:cNvSpPr>
          <p:nvPr>
            <p:ph type="pic" sz="quarter" idx="54"/>
          </p:nvPr>
        </p:nvSpPr>
        <p:spPr>
          <a:xfrm>
            <a:off x="8067096" y="3662700"/>
            <a:ext cx="3557016" cy="2651760"/>
          </a:xfrm>
        </p:spPr>
        <p:txBody>
          <a:bodyPr/>
          <a:lstStyle/>
          <a:p>
            <a:endParaRPr lang="en-US"/>
          </a:p>
        </p:txBody>
      </p:sp>
      <p:sp>
        <p:nvSpPr>
          <p:cNvPr id="9" name="Content Placeholder 92">
            <a:extLst>
              <a:ext uri="{FF2B5EF4-FFF2-40B4-BE49-F238E27FC236}">
                <a16:creationId xmlns:a16="http://schemas.microsoft.com/office/drawing/2014/main" id="{1FC59895-6910-BCF7-39A6-E14DB8E5A7BF}"/>
              </a:ext>
            </a:extLst>
          </p:cNvPr>
          <p:cNvSpPr>
            <a:spLocks noGrp="1"/>
          </p:cNvSpPr>
          <p:nvPr>
            <p:ph sz="quarter" idx="55" hasCustomPrompt="1"/>
          </p:nvPr>
        </p:nvSpPr>
        <p:spPr>
          <a:xfrm>
            <a:off x="8067749" y="2452490"/>
            <a:ext cx="3557016" cy="742810"/>
          </a:xfrm>
        </p:spPr>
        <p:txBody>
          <a:bodyPr/>
          <a:lstStyle>
            <a:lvl2pPr marL="115888" indent="0">
              <a:buNone/>
              <a:defRPr/>
            </a:lvl2pPr>
          </a:lstStyle>
          <a:p>
            <a:pPr lvl="0"/>
            <a:r>
              <a:rPr lang="en-US"/>
              <a:t>Click to edit Content (12 PT)</a:t>
            </a:r>
          </a:p>
        </p:txBody>
      </p:sp>
      <p:sp>
        <p:nvSpPr>
          <p:cNvPr id="10" name="Content Placeholder 92">
            <a:extLst>
              <a:ext uri="{FF2B5EF4-FFF2-40B4-BE49-F238E27FC236}">
                <a16:creationId xmlns:a16="http://schemas.microsoft.com/office/drawing/2014/main" id="{BC247735-F97B-AA4E-C732-8B5AAE55F7D8}"/>
              </a:ext>
            </a:extLst>
          </p:cNvPr>
          <p:cNvSpPr>
            <a:spLocks noGrp="1"/>
          </p:cNvSpPr>
          <p:nvPr>
            <p:ph sz="quarter" idx="56" hasCustomPrompt="1"/>
          </p:nvPr>
        </p:nvSpPr>
        <p:spPr>
          <a:xfrm>
            <a:off x="8067749" y="2019375"/>
            <a:ext cx="3557016"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cxnSp>
        <p:nvCxnSpPr>
          <p:cNvPr id="11" name="Straight Connector 10">
            <a:extLst>
              <a:ext uri="{FF2B5EF4-FFF2-40B4-BE49-F238E27FC236}">
                <a16:creationId xmlns:a16="http://schemas.microsoft.com/office/drawing/2014/main" id="{C661EBBF-FF3E-5760-3353-B9AE741DAEF2}"/>
              </a:ext>
            </a:extLst>
          </p:cNvPr>
          <p:cNvCxnSpPr/>
          <p:nvPr userDrawn="1"/>
        </p:nvCxnSpPr>
        <p:spPr>
          <a:xfrm>
            <a:off x="0" y="1851954"/>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39311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Columns Image Descriptions">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71" name="Picture Placeholder 7">
            <a:extLst>
              <a:ext uri="{FF2B5EF4-FFF2-40B4-BE49-F238E27FC236}">
                <a16:creationId xmlns:a16="http://schemas.microsoft.com/office/drawing/2014/main" id="{B399C75B-9F59-9637-6013-BBB18B23893C}"/>
              </a:ext>
            </a:extLst>
          </p:cNvPr>
          <p:cNvSpPr>
            <a:spLocks noGrp="1"/>
          </p:cNvSpPr>
          <p:nvPr>
            <p:ph type="pic" sz="quarter" idx="30"/>
          </p:nvPr>
        </p:nvSpPr>
        <p:spPr>
          <a:xfrm>
            <a:off x="555522" y="3662700"/>
            <a:ext cx="2649253" cy="2650866"/>
          </a:xfrm>
        </p:spPr>
        <p:txBody>
          <a:bodyPr/>
          <a:lstStyle/>
          <a:p>
            <a:endParaRPr lang="en-US"/>
          </a:p>
        </p:txBody>
      </p:sp>
      <p:cxnSp>
        <p:nvCxnSpPr>
          <p:cNvPr id="74" name="Straight Connector 73">
            <a:extLst>
              <a:ext uri="{FF2B5EF4-FFF2-40B4-BE49-F238E27FC236}">
                <a16:creationId xmlns:a16="http://schemas.microsoft.com/office/drawing/2014/main" id="{23BE3F37-7021-44C6-2FB5-995338FC0D26}"/>
              </a:ext>
            </a:extLst>
          </p:cNvPr>
          <p:cNvCxnSpPr>
            <a:cxnSpLocks/>
          </p:cNvCxnSpPr>
          <p:nvPr userDrawn="1"/>
        </p:nvCxnSpPr>
        <p:spPr>
          <a:xfrm>
            <a:off x="457193"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FE9A85A-39AD-3B52-A542-7E1C40A6803A}"/>
              </a:ext>
            </a:extLst>
          </p:cNvPr>
          <p:cNvCxnSpPr>
            <a:cxnSpLocks/>
          </p:cNvCxnSpPr>
          <p:nvPr userDrawn="1"/>
        </p:nvCxnSpPr>
        <p:spPr>
          <a:xfrm>
            <a:off x="11724461"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CA9DCE1D-AB3B-8C2E-FD61-2CB28C40D5BA}"/>
              </a:ext>
            </a:extLst>
          </p:cNvPr>
          <p:cNvCxnSpPr/>
          <p:nvPr userDrawn="1"/>
        </p:nvCxnSpPr>
        <p:spPr>
          <a:xfrm>
            <a:off x="0" y="1851954"/>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77" name="Picture Placeholder 7">
            <a:extLst>
              <a:ext uri="{FF2B5EF4-FFF2-40B4-BE49-F238E27FC236}">
                <a16:creationId xmlns:a16="http://schemas.microsoft.com/office/drawing/2014/main" id="{0322F81E-A685-49F4-EADA-D52E007DCCF1}"/>
              </a:ext>
            </a:extLst>
          </p:cNvPr>
          <p:cNvSpPr>
            <a:spLocks noGrp="1"/>
          </p:cNvSpPr>
          <p:nvPr>
            <p:ph type="pic" sz="quarter" idx="33"/>
          </p:nvPr>
        </p:nvSpPr>
        <p:spPr>
          <a:xfrm>
            <a:off x="3364740" y="3662700"/>
            <a:ext cx="2649253" cy="2650866"/>
          </a:xfrm>
        </p:spPr>
        <p:txBody>
          <a:bodyPr/>
          <a:lstStyle/>
          <a:p>
            <a:endParaRPr lang="en-US"/>
          </a:p>
        </p:txBody>
      </p:sp>
      <p:sp>
        <p:nvSpPr>
          <p:cNvPr id="80" name="Picture Placeholder 7">
            <a:extLst>
              <a:ext uri="{FF2B5EF4-FFF2-40B4-BE49-F238E27FC236}">
                <a16:creationId xmlns:a16="http://schemas.microsoft.com/office/drawing/2014/main" id="{DB0A8436-704F-FF7F-9BCB-E59983B70B4E}"/>
              </a:ext>
            </a:extLst>
          </p:cNvPr>
          <p:cNvSpPr>
            <a:spLocks noGrp="1"/>
          </p:cNvSpPr>
          <p:nvPr>
            <p:ph type="pic" sz="quarter" idx="36"/>
          </p:nvPr>
        </p:nvSpPr>
        <p:spPr>
          <a:xfrm>
            <a:off x="6176160" y="3662700"/>
            <a:ext cx="2649253" cy="2650866"/>
          </a:xfrm>
        </p:spPr>
        <p:txBody>
          <a:bodyPr/>
          <a:lstStyle/>
          <a:p>
            <a:endParaRPr lang="en-US"/>
          </a:p>
        </p:txBody>
      </p:sp>
      <p:sp>
        <p:nvSpPr>
          <p:cNvPr id="83" name="Picture Placeholder 7">
            <a:extLst>
              <a:ext uri="{FF2B5EF4-FFF2-40B4-BE49-F238E27FC236}">
                <a16:creationId xmlns:a16="http://schemas.microsoft.com/office/drawing/2014/main" id="{3101EEBE-9B35-232E-96C5-8CD63DD30B32}"/>
              </a:ext>
            </a:extLst>
          </p:cNvPr>
          <p:cNvSpPr>
            <a:spLocks noGrp="1"/>
          </p:cNvSpPr>
          <p:nvPr>
            <p:ph type="pic" sz="quarter" idx="39"/>
          </p:nvPr>
        </p:nvSpPr>
        <p:spPr>
          <a:xfrm>
            <a:off x="8987423" y="3662700"/>
            <a:ext cx="2649253" cy="2650866"/>
          </a:xfrm>
        </p:spPr>
        <p:txBody>
          <a:bodyPr/>
          <a:lstStyle/>
          <a:p>
            <a:endParaRPr lang="en-US"/>
          </a:p>
        </p:txBody>
      </p:sp>
      <p:cxnSp>
        <p:nvCxnSpPr>
          <p:cNvPr id="86" name="Straight Connector 85">
            <a:extLst>
              <a:ext uri="{FF2B5EF4-FFF2-40B4-BE49-F238E27FC236}">
                <a16:creationId xmlns:a16="http://schemas.microsoft.com/office/drawing/2014/main" id="{1BC3480B-60C5-5447-3A12-D60D59A0B510}"/>
              </a:ext>
            </a:extLst>
          </p:cNvPr>
          <p:cNvCxnSpPr>
            <a:cxnSpLocks/>
          </p:cNvCxnSpPr>
          <p:nvPr userDrawn="1"/>
        </p:nvCxnSpPr>
        <p:spPr>
          <a:xfrm>
            <a:off x="8906035"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32124C8-6D8C-3608-E88C-D69F1787A7F1}"/>
              </a:ext>
            </a:extLst>
          </p:cNvPr>
          <p:cNvCxnSpPr>
            <a:cxnSpLocks/>
          </p:cNvCxnSpPr>
          <p:nvPr userDrawn="1"/>
        </p:nvCxnSpPr>
        <p:spPr>
          <a:xfrm>
            <a:off x="6093637"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5310C191-C45F-3455-D0D6-1E53A82827D1}"/>
              </a:ext>
            </a:extLst>
          </p:cNvPr>
          <p:cNvCxnSpPr>
            <a:cxnSpLocks/>
          </p:cNvCxnSpPr>
          <p:nvPr userDrawn="1"/>
        </p:nvCxnSpPr>
        <p:spPr>
          <a:xfrm>
            <a:off x="3281239" y="1851954"/>
            <a:ext cx="0" cy="4548846"/>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89" name="Title 1">
            <a:extLst>
              <a:ext uri="{FF2B5EF4-FFF2-40B4-BE49-F238E27FC236}">
                <a16:creationId xmlns:a16="http://schemas.microsoft.com/office/drawing/2014/main" id="{818A8229-C0EE-C437-9DC2-DEBD203CF6CC}"/>
              </a:ext>
            </a:extLst>
          </p:cNvPr>
          <p:cNvSpPr>
            <a:spLocks noGrp="1"/>
          </p:cNvSpPr>
          <p:nvPr>
            <p:ph type="title" hasCustomPrompt="1"/>
          </p:nvPr>
        </p:nvSpPr>
        <p:spPr>
          <a:xfrm>
            <a:off x="452700" y="566400"/>
            <a:ext cx="3824331" cy="566928"/>
          </a:xfrm>
        </p:spPr>
        <p:txBody>
          <a:bodyPr/>
          <a:lstStyle>
            <a:lvl1pPr>
              <a:defRPr>
                <a:solidFill>
                  <a:schemeClr val="tx1"/>
                </a:solidFill>
              </a:defRPr>
            </a:lvl1pPr>
          </a:lstStyle>
          <a:p>
            <a:r>
              <a:rPr lang="en-US"/>
              <a:t>Click to edit Title (20 PT)</a:t>
            </a:r>
          </a:p>
        </p:txBody>
      </p:sp>
      <p:sp>
        <p:nvSpPr>
          <p:cNvPr id="93" name="Content Placeholder 92">
            <a:extLst>
              <a:ext uri="{FF2B5EF4-FFF2-40B4-BE49-F238E27FC236}">
                <a16:creationId xmlns:a16="http://schemas.microsoft.com/office/drawing/2014/main" id="{58734636-BEEC-06BB-ABBE-D137CF582435}"/>
              </a:ext>
            </a:extLst>
          </p:cNvPr>
          <p:cNvSpPr>
            <a:spLocks noGrp="1"/>
          </p:cNvSpPr>
          <p:nvPr>
            <p:ph sz="quarter" idx="42" hasCustomPrompt="1"/>
          </p:nvPr>
        </p:nvSpPr>
        <p:spPr>
          <a:xfrm>
            <a:off x="556173" y="2452490"/>
            <a:ext cx="2647950" cy="742810"/>
          </a:xfrm>
        </p:spPr>
        <p:txBody>
          <a:bodyPr/>
          <a:lstStyle>
            <a:lvl2pPr marL="115888" indent="0">
              <a:buNone/>
              <a:defRPr/>
            </a:lvl2pPr>
          </a:lstStyle>
          <a:p>
            <a:pPr lvl="0"/>
            <a:r>
              <a:rPr lang="en-US"/>
              <a:t>Click to edit Content (12 PT)</a:t>
            </a:r>
          </a:p>
        </p:txBody>
      </p:sp>
      <p:sp>
        <p:nvSpPr>
          <p:cNvPr id="94" name="Content Placeholder 92">
            <a:extLst>
              <a:ext uri="{FF2B5EF4-FFF2-40B4-BE49-F238E27FC236}">
                <a16:creationId xmlns:a16="http://schemas.microsoft.com/office/drawing/2014/main" id="{5542F5B3-F843-1A26-1972-FD78B1F99507}"/>
              </a:ext>
            </a:extLst>
          </p:cNvPr>
          <p:cNvSpPr>
            <a:spLocks noGrp="1"/>
          </p:cNvSpPr>
          <p:nvPr>
            <p:ph sz="quarter" idx="43" hasCustomPrompt="1"/>
          </p:nvPr>
        </p:nvSpPr>
        <p:spPr>
          <a:xfrm>
            <a:off x="3365391" y="2452490"/>
            <a:ext cx="2647950" cy="742810"/>
          </a:xfrm>
        </p:spPr>
        <p:txBody>
          <a:bodyPr/>
          <a:lstStyle>
            <a:lvl2pPr marL="115888" indent="0">
              <a:buNone/>
              <a:defRPr/>
            </a:lvl2pPr>
          </a:lstStyle>
          <a:p>
            <a:pPr lvl="0"/>
            <a:r>
              <a:rPr lang="en-US"/>
              <a:t>Click to edit Content (12 PT)</a:t>
            </a:r>
          </a:p>
        </p:txBody>
      </p:sp>
      <p:sp>
        <p:nvSpPr>
          <p:cNvPr id="95" name="Content Placeholder 92">
            <a:extLst>
              <a:ext uri="{FF2B5EF4-FFF2-40B4-BE49-F238E27FC236}">
                <a16:creationId xmlns:a16="http://schemas.microsoft.com/office/drawing/2014/main" id="{2A00862F-6C9B-74C2-01F4-F2EB4C4B8271}"/>
              </a:ext>
            </a:extLst>
          </p:cNvPr>
          <p:cNvSpPr>
            <a:spLocks noGrp="1"/>
          </p:cNvSpPr>
          <p:nvPr>
            <p:ph sz="quarter" idx="44" hasCustomPrompt="1"/>
          </p:nvPr>
        </p:nvSpPr>
        <p:spPr>
          <a:xfrm>
            <a:off x="6176811" y="2452490"/>
            <a:ext cx="2647950" cy="742810"/>
          </a:xfrm>
        </p:spPr>
        <p:txBody>
          <a:bodyPr/>
          <a:lstStyle>
            <a:lvl2pPr marL="115888" indent="0">
              <a:buNone/>
              <a:defRPr/>
            </a:lvl2pPr>
          </a:lstStyle>
          <a:p>
            <a:pPr lvl="0"/>
            <a:r>
              <a:rPr lang="en-US"/>
              <a:t>Click to edit Content (12 PT)</a:t>
            </a:r>
          </a:p>
        </p:txBody>
      </p:sp>
      <p:sp>
        <p:nvSpPr>
          <p:cNvPr id="96" name="Content Placeholder 92">
            <a:extLst>
              <a:ext uri="{FF2B5EF4-FFF2-40B4-BE49-F238E27FC236}">
                <a16:creationId xmlns:a16="http://schemas.microsoft.com/office/drawing/2014/main" id="{F0E3BAEE-ABE9-92D7-1E33-C967D6AEB004}"/>
              </a:ext>
            </a:extLst>
          </p:cNvPr>
          <p:cNvSpPr>
            <a:spLocks noGrp="1"/>
          </p:cNvSpPr>
          <p:nvPr>
            <p:ph sz="quarter" idx="45" hasCustomPrompt="1"/>
          </p:nvPr>
        </p:nvSpPr>
        <p:spPr>
          <a:xfrm>
            <a:off x="8988074" y="2452490"/>
            <a:ext cx="2647950" cy="742810"/>
          </a:xfrm>
        </p:spPr>
        <p:txBody>
          <a:bodyPr/>
          <a:lstStyle>
            <a:lvl2pPr marL="115888" indent="0">
              <a:buNone/>
              <a:defRPr/>
            </a:lvl2pPr>
          </a:lstStyle>
          <a:p>
            <a:pPr lvl="0"/>
            <a:r>
              <a:rPr lang="en-US"/>
              <a:t>Click to edit Content (12 PT)</a:t>
            </a:r>
          </a:p>
        </p:txBody>
      </p:sp>
      <p:sp>
        <p:nvSpPr>
          <p:cNvPr id="97" name="Content Placeholder 92">
            <a:extLst>
              <a:ext uri="{FF2B5EF4-FFF2-40B4-BE49-F238E27FC236}">
                <a16:creationId xmlns:a16="http://schemas.microsoft.com/office/drawing/2014/main" id="{240B1CE2-761F-8D0C-859C-B2BEFD743DC4}"/>
              </a:ext>
            </a:extLst>
          </p:cNvPr>
          <p:cNvSpPr>
            <a:spLocks noGrp="1"/>
          </p:cNvSpPr>
          <p:nvPr>
            <p:ph sz="quarter" idx="46" hasCustomPrompt="1"/>
          </p:nvPr>
        </p:nvSpPr>
        <p:spPr>
          <a:xfrm>
            <a:off x="556173" y="2019375"/>
            <a:ext cx="2647950"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98" name="Content Placeholder 92">
            <a:extLst>
              <a:ext uri="{FF2B5EF4-FFF2-40B4-BE49-F238E27FC236}">
                <a16:creationId xmlns:a16="http://schemas.microsoft.com/office/drawing/2014/main" id="{588E0210-BB25-D037-4F58-840CB6BB4346}"/>
              </a:ext>
            </a:extLst>
          </p:cNvPr>
          <p:cNvSpPr>
            <a:spLocks noGrp="1"/>
          </p:cNvSpPr>
          <p:nvPr>
            <p:ph sz="quarter" idx="47" hasCustomPrompt="1"/>
          </p:nvPr>
        </p:nvSpPr>
        <p:spPr>
          <a:xfrm>
            <a:off x="3365391" y="2019375"/>
            <a:ext cx="2647950"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99" name="Content Placeholder 92">
            <a:extLst>
              <a:ext uri="{FF2B5EF4-FFF2-40B4-BE49-F238E27FC236}">
                <a16:creationId xmlns:a16="http://schemas.microsoft.com/office/drawing/2014/main" id="{E48A4227-B78D-4689-E462-E04AEA784296}"/>
              </a:ext>
            </a:extLst>
          </p:cNvPr>
          <p:cNvSpPr>
            <a:spLocks noGrp="1"/>
          </p:cNvSpPr>
          <p:nvPr>
            <p:ph sz="quarter" idx="48" hasCustomPrompt="1"/>
          </p:nvPr>
        </p:nvSpPr>
        <p:spPr>
          <a:xfrm>
            <a:off x="6176811" y="2019375"/>
            <a:ext cx="2647950"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100" name="Content Placeholder 92">
            <a:extLst>
              <a:ext uri="{FF2B5EF4-FFF2-40B4-BE49-F238E27FC236}">
                <a16:creationId xmlns:a16="http://schemas.microsoft.com/office/drawing/2014/main" id="{53343F4D-CE6A-A59F-9C63-ADF7C9BFB785}"/>
              </a:ext>
            </a:extLst>
          </p:cNvPr>
          <p:cNvSpPr>
            <a:spLocks noGrp="1"/>
          </p:cNvSpPr>
          <p:nvPr>
            <p:ph sz="quarter" idx="49" hasCustomPrompt="1"/>
          </p:nvPr>
        </p:nvSpPr>
        <p:spPr>
          <a:xfrm>
            <a:off x="8988074" y="2019375"/>
            <a:ext cx="2647950" cy="341705"/>
          </a:xfrm>
        </p:spPr>
        <p:txBody>
          <a:bodyPr anchor="b"/>
          <a:lstStyle>
            <a:lvl1pPr>
              <a:defRPr sz="1400">
                <a:solidFill>
                  <a:schemeClr val="tx1"/>
                </a:solidFill>
              </a:defRPr>
            </a:lvl1pPr>
            <a:lvl2pPr marL="115888" indent="0">
              <a:buNone/>
              <a:defRPr/>
            </a:lvl2pPr>
          </a:lstStyle>
          <a:p>
            <a:pPr lvl="0"/>
            <a:r>
              <a:rPr lang="en-US"/>
              <a:t>Click to edit Content (14 PT)</a:t>
            </a:r>
          </a:p>
        </p:txBody>
      </p:sp>
      <p:sp>
        <p:nvSpPr>
          <p:cNvPr id="101" name="Content Placeholder 92">
            <a:extLst>
              <a:ext uri="{FF2B5EF4-FFF2-40B4-BE49-F238E27FC236}">
                <a16:creationId xmlns:a16="http://schemas.microsoft.com/office/drawing/2014/main" id="{057FF5D9-75D8-D2BE-4D0F-AAEA75F541C5}"/>
              </a:ext>
            </a:extLst>
          </p:cNvPr>
          <p:cNvSpPr>
            <a:spLocks noGrp="1"/>
          </p:cNvSpPr>
          <p:nvPr>
            <p:ph sz="quarter" idx="50" hasCustomPrompt="1"/>
          </p:nvPr>
        </p:nvSpPr>
        <p:spPr>
          <a:xfrm>
            <a:off x="5327534" y="566400"/>
            <a:ext cx="6396919" cy="1007441"/>
          </a:xfrm>
        </p:spPr>
        <p:txBody>
          <a:bodyPr/>
          <a:lstStyle>
            <a:lvl1pPr>
              <a:defRPr sz="1400"/>
            </a:lvl1pPr>
            <a:lvl2pPr marL="115888" indent="0">
              <a:buNone/>
              <a:defRPr/>
            </a:lvl2pPr>
          </a:lstStyle>
          <a:p>
            <a:pPr lvl="0"/>
            <a:r>
              <a:rPr lang="en-US"/>
              <a:t>Click to edit Content (14 PT)</a:t>
            </a:r>
          </a:p>
        </p:txBody>
      </p:sp>
    </p:spTree>
    <p:extLst>
      <p:ext uri="{BB962C8B-B14F-4D97-AF65-F5344CB8AC3E}">
        <p14:creationId xmlns:p14="http://schemas.microsoft.com/office/powerpoint/2010/main" val="38142546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7447116"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45" name="Straight Connector 44">
            <a:extLst>
              <a:ext uri="{FF2B5EF4-FFF2-40B4-BE49-F238E27FC236}">
                <a16:creationId xmlns:a16="http://schemas.microsoft.com/office/drawing/2014/main" id="{BA5A70CB-FC9D-D17B-BA3F-9D74F859A0B4}"/>
              </a:ext>
            </a:extLst>
          </p:cNvPr>
          <p:cNvCxnSpPr>
            <a:cxnSpLocks/>
          </p:cNvCxnSpPr>
          <p:nvPr userDrawn="1"/>
        </p:nvCxnSpPr>
        <p:spPr>
          <a:xfrm>
            <a:off x="457193"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DE373B8-AB0D-3603-FD72-AF63B4A35A0C}"/>
              </a:ext>
            </a:extLst>
          </p:cNvPr>
          <p:cNvCxnSpPr>
            <a:cxnSpLocks/>
          </p:cNvCxnSpPr>
          <p:nvPr userDrawn="1"/>
        </p:nvCxnSpPr>
        <p:spPr>
          <a:xfrm>
            <a:off x="3406999"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3B921EC-43E4-11CB-EF1B-7A87D61EF735}"/>
              </a:ext>
            </a:extLst>
          </p:cNvPr>
          <p:cNvCxnSpPr>
            <a:cxnSpLocks/>
          </p:cNvCxnSpPr>
          <p:nvPr userDrawn="1"/>
        </p:nvCxnSpPr>
        <p:spPr>
          <a:xfrm>
            <a:off x="-1" y="2288639"/>
            <a:ext cx="12191999"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492044C-E87B-9603-2062-000D495D27CF}"/>
              </a:ext>
            </a:extLst>
          </p:cNvPr>
          <p:cNvCxnSpPr>
            <a:cxnSpLocks/>
          </p:cNvCxnSpPr>
          <p:nvPr userDrawn="1"/>
        </p:nvCxnSpPr>
        <p:spPr>
          <a:xfrm>
            <a:off x="452700" y="6400800"/>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4" name="Picture Placeholder 7">
            <a:extLst>
              <a:ext uri="{FF2B5EF4-FFF2-40B4-BE49-F238E27FC236}">
                <a16:creationId xmlns:a16="http://schemas.microsoft.com/office/drawing/2014/main" id="{518EA6B3-1CB5-EB67-CE22-09875A86462F}"/>
              </a:ext>
            </a:extLst>
          </p:cNvPr>
          <p:cNvSpPr>
            <a:spLocks noGrp="1"/>
          </p:cNvSpPr>
          <p:nvPr>
            <p:ph type="pic" sz="quarter" idx="30"/>
          </p:nvPr>
        </p:nvSpPr>
        <p:spPr>
          <a:xfrm>
            <a:off x="8386365" y="0"/>
            <a:ext cx="3805636" cy="6400800"/>
          </a:xfrm>
          <a:solidFill>
            <a:schemeClr val="bg1"/>
          </a:solidFill>
        </p:spPr>
        <p:txBody>
          <a:bodyPr/>
          <a:lstStyle/>
          <a:p>
            <a:endParaRPr lang="en-US"/>
          </a:p>
        </p:txBody>
      </p:sp>
      <p:sp>
        <p:nvSpPr>
          <p:cNvPr id="19" name="Content Placeholder 92">
            <a:extLst>
              <a:ext uri="{FF2B5EF4-FFF2-40B4-BE49-F238E27FC236}">
                <a16:creationId xmlns:a16="http://schemas.microsoft.com/office/drawing/2014/main" id="{F918F672-11B3-02DA-4C71-BE132C666A3B}"/>
              </a:ext>
            </a:extLst>
          </p:cNvPr>
          <p:cNvSpPr>
            <a:spLocks noGrp="1"/>
          </p:cNvSpPr>
          <p:nvPr>
            <p:ph sz="quarter" idx="56" hasCustomPrompt="1"/>
          </p:nvPr>
        </p:nvSpPr>
        <p:spPr>
          <a:xfrm>
            <a:off x="555163" y="2351949"/>
            <a:ext cx="2759017" cy="1916331"/>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20" name="Content Placeholder 92">
            <a:extLst>
              <a:ext uri="{FF2B5EF4-FFF2-40B4-BE49-F238E27FC236}">
                <a16:creationId xmlns:a16="http://schemas.microsoft.com/office/drawing/2014/main" id="{3980AB78-AD4C-E69A-379C-C8681C4F1F4F}"/>
              </a:ext>
            </a:extLst>
          </p:cNvPr>
          <p:cNvSpPr>
            <a:spLocks noGrp="1"/>
          </p:cNvSpPr>
          <p:nvPr>
            <p:ph sz="quarter" idx="57" hasCustomPrompt="1"/>
          </p:nvPr>
        </p:nvSpPr>
        <p:spPr>
          <a:xfrm>
            <a:off x="3499818" y="2384726"/>
            <a:ext cx="4793726" cy="1883543"/>
          </a:xfrm>
        </p:spPr>
        <p:txBody>
          <a:bodyPr anchor="t"/>
          <a:lstStyle>
            <a:lvl2pPr marL="115888" indent="0">
              <a:buNone/>
              <a:defRPr/>
            </a:lvl2pPr>
          </a:lstStyle>
          <a:p>
            <a:pPr lvl="0"/>
            <a:r>
              <a:rPr lang="en-US"/>
              <a:t>Click to edit Content (12 PT)</a:t>
            </a:r>
          </a:p>
        </p:txBody>
      </p:sp>
      <p:cxnSp>
        <p:nvCxnSpPr>
          <p:cNvPr id="8" name="Straight Connector 7">
            <a:extLst>
              <a:ext uri="{FF2B5EF4-FFF2-40B4-BE49-F238E27FC236}">
                <a16:creationId xmlns:a16="http://schemas.microsoft.com/office/drawing/2014/main" id="{092D5773-16D6-88A1-2D08-76902941CEEE}"/>
              </a:ext>
            </a:extLst>
          </p:cNvPr>
          <p:cNvCxnSpPr>
            <a:cxnSpLocks/>
          </p:cNvCxnSpPr>
          <p:nvPr userDrawn="1"/>
        </p:nvCxnSpPr>
        <p:spPr>
          <a:xfrm>
            <a:off x="-1" y="4344720"/>
            <a:ext cx="12191999"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0" name="Content Placeholder 92">
            <a:extLst>
              <a:ext uri="{FF2B5EF4-FFF2-40B4-BE49-F238E27FC236}">
                <a16:creationId xmlns:a16="http://schemas.microsoft.com/office/drawing/2014/main" id="{84DC4986-7457-A2D1-553C-83AE80818D5F}"/>
              </a:ext>
            </a:extLst>
          </p:cNvPr>
          <p:cNvSpPr>
            <a:spLocks noGrp="1"/>
          </p:cNvSpPr>
          <p:nvPr>
            <p:ph sz="quarter" idx="61" hasCustomPrompt="1"/>
          </p:nvPr>
        </p:nvSpPr>
        <p:spPr>
          <a:xfrm>
            <a:off x="555163" y="4408021"/>
            <a:ext cx="2759017" cy="1916331"/>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11" name="Content Placeholder 92">
            <a:extLst>
              <a:ext uri="{FF2B5EF4-FFF2-40B4-BE49-F238E27FC236}">
                <a16:creationId xmlns:a16="http://schemas.microsoft.com/office/drawing/2014/main" id="{E0E9C3DF-DEE4-4755-3CDD-A537A717BEEA}"/>
              </a:ext>
            </a:extLst>
          </p:cNvPr>
          <p:cNvSpPr>
            <a:spLocks noGrp="1"/>
          </p:cNvSpPr>
          <p:nvPr>
            <p:ph sz="quarter" idx="62" hasCustomPrompt="1"/>
          </p:nvPr>
        </p:nvSpPr>
        <p:spPr>
          <a:xfrm>
            <a:off x="3499818" y="4444413"/>
            <a:ext cx="4793726" cy="1879938"/>
          </a:xfrm>
        </p:spPr>
        <p:txBody>
          <a:bodyPr anchor="t"/>
          <a:lstStyle>
            <a:lvl2pPr marL="115888" indent="0">
              <a:buNone/>
              <a:defRPr/>
            </a:lvl2pPr>
          </a:lstStyle>
          <a:p>
            <a:pPr lvl="0"/>
            <a:r>
              <a:rPr lang="en-US"/>
              <a:t>Click to edit Content (12 PT)</a:t>
            </a:r>
          </a:p>
        </p:txBody>
      </p:sp>
    </p:spTree>
    <p:extLst>
      <p:ext uri="{BB962C8B-B14F-4D97-AF65-F5344CB8AC3E}">
        <p14:creationId xmlns:p14="http://schemas.microsoft.com/office/powerpoint/2010/main" val="38143282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699" y="566400"/>
            <a:ext cx="7447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45" name="Straight Connector 44">
            <a:extLst>
              <a:ext uri="{FF2B5EF4-FFF2-40B4-BE49-F238E27FC236}">
                <a16:creationId xmlns:a16="http://schemas.microsoft.com/office/drawing/2014/main" id="{BA5A70CB-FC9D-D17B-BA3F-9D74F859A0B4}"/>
              </a:ext>
            </a:extLst>
          </p:cNvPr>
          <p:cNvCxnSpPr>
            <a:cxnSpLocks/>
          </p:cNvCxnSpPr>
          <p:nvPr userDrawn="1"/>
        </p:nvCxnSpPr>
        <p:spPr>
          <a:xfrm>
            <a:off x="457193"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DE373B8-AB0D-3603-FD72-AF63B4A35A0C}"/>
              </a:ext>
            </a:extLst>
          </p:cNvPr>
          <p:cNvCxnSpPr>
            <a:cxnSpLocks/>
          </p:cNvCxnSpPr>
          <p:nvPr userDrawn="1"/>
        </p:nvCxnSpPr>
        <p:spPr>
          <a:xfrm>
            <a:off x="3406999"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3B921EC-43E4-11CB-EF1B-7A87D61EF735}"/>
              </a:ext>
            </a:extLst>
          </p:cNvPr>
          <p:cNvCxnSpPr>
            <a:cxnSpLocks/>
          </p:cNvCxnSpPr>
          <p:nvPr userDrawn="1"/>
        </p:nvCxnSpPr>
        <p:spPr>
          <a:xfrm>
            <a:off x="-1" y="2288639"/>
            <a:ext cx="12191999"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86413AB6-7046-2230-E830-EFCAFEF7FAF4}"/>
              </a:ext>
            </a:extLst>
          </p:cNvPr>
          <p:cNvCxnSpPr>
            <a:cxnSpLocks/>
          </p:cNvCxnSpPr>
          <p:nvPr userDrawn="1"/>
        </p:nvCxnSpPr>
        <p:spPr>
          <a:xfrm>
            <a:off x="452700" y="3659359"/>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1376C23-4FF3-7381-1EC7-9AA66846089D}"/>
              </a:ext>
            </a:extLst>
          </p:cNvPr>
          <p:cNvCxnSpPr>
            <a:cxnSpLocks/>
          </p:cNvCxnSpPr>
          <p:nvPr userDrawn="1"/>
        </p:nvCxnSpPr>
        <p:spPr>
          <a:xfrm>
            <a:off x="452700" y="5030079"/>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492044C-E87B-9603-2062-000D495D27CF}"/>
              </a:ext>
            </a:extLst>
          </p:cNvPr>
          <p:cNvCxnSpPr>
            <a:cxnSpLocks/>
          </p:cNvCxnSpPr>
          <p:nvPr userDrawn="1"/>
        </p:nvCxnSpPr>
        <p:spPr>
          <a:xfrm>
            <a:off x="452700" y="6400800"/>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4" name="Picture Placeholder 7">
            <a:extLst>
              <a:ext uri="{FF2B5EF4-FFF2-40B4-BE49-F238E27FC236}">
                <a16:creationId xmlns:a16="http://schemas.microsoft.com/office/drawing/2014/main" id="{518EA6B3-1CB5-EB67-CE22-09875A86462F}"/>
              </a:ext>
            </a:extLst>
          </p:cNvPr>
          <p:cNvSpPr>
            <a:spLocks noGrp="1"/>
          </p:cNvSpPr>
          <p:nvPr>
            <p:ph type="pic" sz="quarter" idx="30"/>
          </p:nvPr>
        </p:nvSpPr>
        <p:spPr>
          <a:xfrm>
            <a:off x="8386365" y="0"/>
            <a:ext cx="3805636" cy="6400800"/>
          </a:xfrm>
          <a:solidFill>
            <a:schemeClr val="bg1"/>
          </a:solidFill>
        </p:spPr>
        <p:txBody>
          <a:bodyPr/>
          <a:lstStyle/>
          <a:p>
            <a:endParaRPr lang="en-US"/>
          </a:p>
        </p:txBody>
      </p:sp>
      <p:sp>
        <p:nvSpPr>
          <p:cNvPr id="51" name="Content Placeholder 92">
            <a:extLst>
              <a:ext uri="{FF2B5EF4-FFF2-40B4-BE49-F238E27FC236}">
                <a16:creationId xmlns:a16="http://schemas.microsoft.com/office/drawing/2014/main" id="{F82FDD16-B39D-C4ED-BD5A-CE985A70A27D}"/>
              </a:ext>
            </a:extLst>
          </p:cNvPr>
          <p:cNvSpPr>
            <a:spLocks noGrp="1"/>
          </p:cNvSpPr>
          <p:nvPr>
            <p:ph sz="quarter" idx="49" hasCustomPrompt="1"/>
          </p:nvPr>
        </p:nvSpPr>
        <p:spPr>
          <a:xfrm>
            <a:off x="555163" y="5105651"/>
            <a:ext cx="2759017" cy="1218712"/>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19" name="Content Placeholder 92">
            <a:extLst>
              <a:ext uri="{FF2B5EF4-FFF2-40B4-BE49-F238E27FC236}">
                <a16:creationId xmlns:a16="http://schemas.microsoft.com/office/drawing/2014/main" id="{F918F672-11B3-02DA-4C71-BE132C666A3B}"/>
              </a:ext>
            </a:extLst>
          </p:cNvPr>
          <p:cNvSpPr>
            <a:spLocks noGrp="1"/>
          </p:cNvSpPr>
          <p:nvPr>
            <p:ph sz="quarter" idx="56" hasCustomPrompt="1"/>
          </p:nvPr>
        </p:nvSpPr>
        <p:spPr>
          <a:xfrm>
            <a:off x="555163" y="2351950"/>
            <a:ext cx="2759017" cy="1230990"/>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21" name="Content Placeholder 92">
            <a:extLst>
              <a:ext uri="{FF2B5EF4-FFF2-40B4-BE49-F238E27FC236}">
                <a16:creationId xmlns:a16="http://schemas.microsoft.com/office/drawing/2014/main" id="{C88590BD-39C1-4A01-9E99-818689EBDAE6}"/>
              </a:ext>
            </a:extLst>
          </p:cNvPr>
          <p:cNvSpPr>
            <a:spLocks noGrp="1"/>
          </p:cNvSpPr>
          <p:nvPr>
            <p:ph sz="quarter" idx="58" hasCustomPrompt="1"/>
          </p:nvPr>
        </p:nvSpPr>
        <p:spPr>
          <a:xfrm>
            <a:off x="555163" y="3737785"/>
            <a:ext cx="2759017" cy="1215872"/>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3" name="Content Placeholder 92">
            <a:extLst>
              <a:ext uri="{FF2B5EF4-FFF2-40B4-BE49-F238E27FC236}">
                <a16:creationId xmlns:a16="http://schemas.microsoft.com/office/drawing/2014/main" id="{5EF99E42-37A6-3766-2A2D-9A113FBF1D43}"/>
              </a:ext>
            </a:extLst>
          </p:cNvPr>
          <p:cNvSpPr>
            <a:spLocks noGrp="1"/>
          </p:cNvSpPr>
          <p:nvPr>
            <p:ph sz="quarter" idx="59" hasCustomPrompt="1"/>
          </p:nvPr>
        </p:nvSpPr>
        <p:spPr>
          <a:xfrm>
            <a:off x="3499818" y="3762778"/>
            <a:ext cx="4793726" cy="1190878"/>
          </a:xfrm>
        </p:spPr>
        <p:txBody>
          <a:bodyPr anchor="t"/>
          <a:lstStyle>
            <a:lvl2pPr marL="115888" indent="0">
              <a:buNone/>
              <a:defRPr/>
            </a:lvl2pPr>
          </a:lstStyle>
          <a:p>
            <a:pPr lvl="0"/>
            <a:r>
              <a:rPr lang="en-US"/>
              <a:t>Click to edit Content (12 PT)</a:t>
            </a:r>
          </a:p>
        </p:txBody>
      </p:sp>
      <p:sp>
        <p:nvSpPr>
          <p:cNvPr id="6" name="Content Placeholder 92">
            <a:extLst>
              <a:ext uri="{FF2B5EF4-FFF2-40B4-BE49-F238E27FC236}">
                <a16:creationId xmlns:a16="http://schemas.microsoft.com/office/drawing/2014/main" id="{0783713C-FBEB-A617-D4C6-FBA498B618B1}"/>
              </a:ext>
            </a:extLst>
          </p:cNvPr>
          <p:cNvSpPr>
            <a:spLocks noGrp="1"/>
          </p:cNvSpPr>
          <p:nvPr>
            <p:ph sz="quarter" idx="60" hasCustomPrompt="1"/>
          </p:nvPr>
        </p:nvSpPr>
        <p:spPr>
          <a:xfrm>
            <a:off x="3499818" y="5136861"/>
            <a:ext cx="4793726" cy="1187502"/>
          </a:xfrm>
        </p:spPr>
        <p:txBody>
          <a:bodyPr anchor="t"/>
          <a:lstStyle>
            <a:lvl2pPr marL="115888" indent="0">
              <a:buNone/>
              <a:defRPr/>
            </a:lvl2pPr>
          </a:lstStyle>
          <a:p>
            <a:pPr lvl="0"/>
            <a:r>
              <a:rPr lang="en-US"/>
              <a:t>Click to edit Content (12 PT)</a:t>
            </a:r>
          </a:p>
        </p:txBody>
      </p:sp>
      <p:sp>
        <p:nvSpPr>
          <p:cNvPr id="8" name="Content Placeholder 92">
            <a:extLst>
              <a:ext uri="{FF2B5EF4-FFF2-40B4-BE49-F238E27FC236}">
                <a16:creationId xmlns:a16="http://schemas.microsoft.com/office/drawing/2014/main" id="{C8B8CD1A-0025-561B-0E96-CB8E3845E022}"/>
              </a:ext>
            </a:extLst>
          </p:cNvPr>
          <p:cNvSpPr>
            <a:spLocks noGrp="1"/>
          </p:cNvSpPr>
          <p:nvPr>
            <p:ph sz="quarter" idx="61" hasCustomPrompt="1"/>
          </p:nvPr>
        </p:nvSpPr>
        <p:spPr>
          <a:xfrm>
            <a:off x="3499818" y="2376687"/>
            <a:ext cx="4793726" cy="1196610"/>
          </a:xfrm>
        </p:spPr>
        <p:txBody>
          <a:bodyPr anchor="t"/>
          <a:lstStyle>
            <a:lvl2pPr marL="115888" indent="0">
              <a:buNone/>
              <a:defRPr/>
            </a:lvl2pPr>
          </a:lstStyle>
          <a:p>
            <a:pPr lvl="0"/>
            <a:r>
              <a:rPr lang="en-US"/>
              <a:t>Click to edit Content (12 PT)</a:t>
            </a:r>
          </a:p>
        </p:txBody>
      </p:sp>
    </p:spTree>
    <p:extLst>
      <p:ext uri="{BB962C8B-B14F-4D97-AF65-F5344CB8AC3E}">
        <p14:creationId xmlns:p14="http://schemas.microsoft.com/office/powerpoint/2010/main" val="31616145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699" y="566400"/>
            <a:ext cx="7447103"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45" name="Straight Connector 44">
            <a:extLst>
              <a:ext uri="{FF2B5EF4-FFF2-40B4-BE49-F238E27FC236}">
                <a16:creationId xmlns:a16="http://schemas.microsoft.com/office/drawing/2014/main" id="{BA5A70CB-FC9D-D17B-BA3F-9D74F859A0B4}"/>
              </a:ext>
            </a:extLst>
          </p:cNvPr>
          <p:cNvCxnSpPr>
            <a:cxnSpLocks/>
          </p:cNvCxnSpPr>
          <p:nvPr userDrawn="1"/>
        </p:nvCxnSpPr>
        <p:spPr>
          <a:xfrm>
            <a:off x="457193"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DE373B8-AB0D-3603-FD72-AF63B4A35A0C}"/>
              </a:ext>
            </a:extLst>
          </p:cNvPr>
          <p:cNvCxnSpPr>
            <a:cxnSpLocks/>
          </p:cNvCxnSpPr>
          <p:nvPr userDrawn="1"/>
        </p:nvCxnSpPr>
        <p:spPr>
          <a:xfrm>
            <a:off x="3406999"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3B921EC-43E4-11CB-EF1B-7A87D61EF735}"/>
              </a:ext>
            </a:extLst>
          </p:cNvPr>
          <p:cNvCxnSpPr>
            <a:cxnSpLocks/>
          </p:cNvCxnSpPr>
          <p:nvPr userDrawn="1"/>
        </p:nvCxnSpPr>
        <p:spPr>
          <a:xfrm>
            <a:off x="-1" y="2288639"/>
            <a:ext cx="12191999"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86413AB6-7046-2230-E830-EFCAFEF7FAF4}"/>
              </a:ext>
            </a:extLst>
          </p:cNvPr>
          <p:cNvCxnSpPr>
            <a:cxnSpLocks/>
          </p:cNvCxnSpPr>
          <p:nvPr userDrawn="1"/>
        </p:nvCxnSpPr>
        <p:spPr>
          <a:xfrm>
            <a:off x="452700" y="3316679"/>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0B3FC27-D664-886B-C0C4-FA94641125B4}"/>
              </a:ext>
            </a:extLst>
          </p:cNvPr>
          <p:cNvCxnSpPr>
            <a:cxnSpLocks/>
          </p:cNvCxnSpPr>
          <p:nvPr userDrawn="1"/>
        </p:nvCxnSpPr>
        <p:spPr>
          <a:xfrm>
            <a:off x="452700" y="4344719"/>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1376C23-4FF3-7381-1EC7-9AA66846089D}"/>
              </a:ext>
            </a:extLst>
          </p:cNvPr>
          <p:cNvCxnSpPr>
            <a:cxnSpLocks/>
          </p:cNvCxnSpPr>
          <p:nvPr userDrawn="1"/>
        </p:nvCxnSpPr>
        <p:spPr>
          <a:xfrm>
            <a:off x="452700" y="5372759"/>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492044C-E87B-9603-2062-000D495D27CF}"/>
              </a:ext>
            </a:extLst>
          </p:cNvPr>
          <p:cNvCxnSpPr>
            <a:cxnSpLocks/>
          </p:cNvCxnSpPr>
          <p:nvPr userDrawn="1"/>
        </p:nvCxnSpPr>
        <p:spPr>
          <a:xfrm>
            <a:off x="452700" y="6400800"/>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4" name="Picture Placeholder 7">
            <a:extLst>
              <a:ext uri="{FF2B5EF4-FFF2-40B4-BE49-F238E27FC236}">
                <a16:creationId xmlns:a16="http://schemas.microsoft.com/office/drawing/2014/main" id="{518EA6B3-1CB5-EB67-CE22-09875A86462F}"/>
              </a:ext>
            </a:extLst>
          </p:cNvPr>
          <p:cNvSpPr>
            <a:spLocks noGrp="1"/>
          </p:cNvSpPr>
          <p:nvPr>
            <p:ph type="pic" sz="quarter" idx="30"/>
          </p:nvPr>
        </p:nvSpPr>
        <p:spPr>
          <a:xfrm>
            <a:off x="8386365" y="0"/>
            <a:ext cx="3805636" cy="6400800"/>
          </a:xfrm>
          <a:solidFill>
            <a:schemeClr val="bg1"/>
          </a:solidFill>
        </p:spPr>
        <p:txBody>
          <a:bodyPr/>
          <a:lstStyle/>
          <a:p>
            <a:endParaRPr lang="en-US"/>
          </a:p>
        </p:txBody>
      </p:sp>
      <p:sp>
        <p:nvSpPr>
          <p:cNvPr id="51" name="Content Placeholder 92">
            <a:extLst>
              <a:ext uri="{FF2B5EF4-FFF2-40B4-BE49-F238E27FC236}">
                <a16:creationId xmlns:a16="http://schemas.microsoft.com/office/drawing/2014/main" id="{F82FDD16-B39D-C4ED-BD5A-CE985A70A27D}"/>
              </a:ext>
            </a:extLst>
          </p:cNvPr>
          <p:cNvSpPr>
            <a:spLocks noGrp="1"/>
          </p:cNvSpPr>
          <p:nvPr>
            <p:ph sz="quarter" idx="49" hasCustomPrompt="1"/>
          </p:nvPr>
        </p:nvSpPr>
        <p:spPr>
          <a:xfrm>
            <a:off x="555163" y="5428159"/>
            <a:ext cx="2759017" cy="868016"/>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65" name="Content Placeholder 92">
            <a:extLst>
              <a:ext uri="{FF2B5EF4-FFF2-40B4-BE49-F238E27FC236}">
                <a16:creationId xmlns:a16="http://schemas.microsoft.com/office/drawing/2014/main" id="{30BBE0C1-1BB9-7CCC-22A0-EC077D3864AB}"/>
              </a:ext>
            </a:extLst>
          </p:cNvPr>
          <p:cNvSpPr>
            <a:spLocks noGrp="1"/>
          </p:cNvSpPr>
          <p:nvPr>
            <p:ph sz="quarter" idx="53" hasCustomPrompt="1"/>
          </p:nvPr>
        </p:nvSpPr>
        <p:spPr>
          <a:xfrm>
            <a:off x="3499818" y="5475027"/>
            <a:ext cx="4793726" cy="816569"/>
          </a:xfrm>
        </p:spPr>
        <p:txBody>
          <a:bodyPr anchor="t"/>
          <a:lstStyle>
            <a:lvl2pPr marL="115888" indent="0">
              <a:buNone/>
              <a:defRPr/>
            </a:lvl2pPr>
          </a:lstStyle>
          <a:p>
            <a:pPr lvl="0"/>
            <a:r>
              <a:rPr lang="en-US"/>
              <a:t>Click to edit Content (12 PT)</a:t>
            </a:r>
          </a:p>
        </p:txBody>
      </p:sp>
      <p:sp>
        <p:nvSpPr>
          <p:cNvPr id="3" name="Content Placeholder 92">
            <a:extLst>
              <a:ext uri="{FF2B5EF4-FFF2-40B4-BE49-F238E27FC236}">
                <a16:creationId xmlns:a16="http://schemas.microsoft.com/office/drawing/2014/main" id="{5969550B-ECF9-C59F-CBD3-3E4A21B83797}"/>
              </a:ext>
            </a:extLst>
          </p:cNvPr>
          <p:cNvSpPr>
            <a:spLocks noGrp="1"/>
          </p:cNvSpPr>
          <p:nvPr>
            <p:ph sz="quarter" idx="54" hasCustomPrompt="1"/>
          </p:nvPr>
        </p:nvSpPr>
        <p:spPr>
          <a:xfrm>
            <a:off x="555163" y="2351949"/>
            <a:ext cx="2759017" cy="863741"/>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7" name="Content Placeholder 92">
            <a:extLst>
              <a:ext uri="{FF2B5EF4-FFF2-40B4-BE49-F238E27FC236}">
                <a16:creationId xmlns:a16="http://schemas.microsoft.com/office/drawing/2014/main" id="{C1945B8C-BBAF-4AB1-0C92-CC2B0C6A150E}"/>
              </a:ext>
            </a:extLst>
          </p:cNvPr>
          <p:cNvSpPr>
            <a:spLocks noGrp="1"/>
          </p:cNvSpPr>
          <p:nvPr>
            <p:ph sz="quarter" idx="56" hasCustomPrompt="1"/>
          </p:nvPr>
        </p:nvSpPr>
        <p:spPr>
          <a:xfrm>
            <a:off x="555163" y="3380174"/>
            <a:ext cx="2759017" cy="864061"/>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8" name="Content Placeholder 92">
            <a:extLst>
              <a:ext uri="{FF2B5EF4-FFF2-40B4-BE49-F238E27FC236}">
                <a16:creationId xmlns:a16="http://schemas.microsoft.com/office/drawing/2014/main" id="{F89AC04C-5D39-7B8D-0563-88CDD2F0FBB1}"/>
              </a:ext>
            </a:extLst>
          </p:cNvPr>
          <p:cNvSpPr>
            <a:spLocks noGrp="1"/>
          </p:cNvSpPr>
          <p:nvPr>
            <p:ph sz="quarter" idx="57" hasCustomPrompt="1"/>
          </p:nvPr>
        </p:nvSpPr>
        <p:spPr>
          <a:xfrm>
            <a:off x="3499818" y="3419899"/>
            <a:ext cx="4793726" cy="820656"/>
          </a:xfrm>
        </p:spPr>
        <p:txBody>
          <a:bodyPr anchor="t"/>
          <a:lstStyle>
            <a:lvl2pPr marL="115888" indent="0">
              <a:buNone/>
              <a:defRPr/>
            </a:lvl2pPr>
          </a:lstStyle>
          <a:p>
            <a:pPr lvl="0"/>
            <a:r>
              <a:rPr lang="en-US"/>
              <a:t>Click to edit Content (12 PT)</a:t>
            </a:r>
          </a:p>
        </p:txBody>
      </p:sp>
      <p:sp>
        <p:nvSpPr>
          <p:cNvPr id="9" name="Content Placeholder 92">
            <a:extLst>
              <a:ext uri="{FF2B5EF4-FFF2-40B4-BE49-F238E27FC236}">
                <a16:creationId xmlns:a16="http://schemas.microsoft.com/office/drawing/2014/main" id="{F6446AE1-F1BC-B2EB-01B1-6666A1635034}"/>
              </a:ext>
            </a:extLst>
          </p:cNvPr>
          <p:cNvSpPr>
            <a:spLocks noGrp="1"/>
          </p:cNvSpPr>
          <p:nvPr>
            <p:ph sz="quarter" idx="58" hasCustomPrompt="1"/>
          </p:nvPr>
        </p:nvSpPr>
        <p:spPr>
          <a:xfrm>
            <a:off x="555163" y="4409158"/>
            <a:ext cx="2759017" cy="863065"/>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10" name="Content Placeholder 92">
            <a:extLst>
              <a:ext uri="{FF2B5EF4-FFF2-40B4-BE49-F238E27FC236}">
                <a16:creationId xmlns:a16="http://schemas.microsoft.com/office/drawing/2014/main" id="{613B402F-397F-9066-2C3D-9733F0DE02BC}"/>
              </a:ext>
            </a:extLst>
          </p:cNvPr>
          <p:cNvSpPr>
            <a:spLocks noGrp="1"/>
          </p:cNvSpPr>
          <p:nvPr>
            <p:ph sz="quarter" idx="59" hasCustomPrompt="1"/>
          </p:nvPr>
        </p:nvSpPr>
        <p:spPr>
          <a:xfrm>
            <a:off x="3499818" y="4448882"/>
            <a:ext cx="4793726" cy="819709"/>
          </a:xfrm>
        </p:spPr>
        <p:txBody>
          <a:bodyPr anchor="t"/>
          <a:lstStyle>
            <a:lvl2pPr marL="115888" indent="0">
              <a:buNone/>
              <a:defRPr/>
            </a:lvl2pPr>
          </a:lstStyle>
          <a:p>
            <a:pPr lvl="0"/>
            <a:r>
              <a:rPr lang="en-US"/>
              <a:t>Click to edit Content (12 PT)</a:t>
            </a:r>
          </a:p>
        </p:txBody>
      </p:sp>
      <p:sp>
        <p:nvSpPr>
          <p:cNvPr id="13" name="Content Placeholder 92">
            <a:extLst>
              <a:ext uri="{FF2B5EF4-FFF2-40B4-BE49-F238E27FC236}">
                <a16:creationId xmlns:a16="http://schemas.microsoft.com/office/drawing/2014/main" id="{98695B32-575A-B9CF-FD9E-ED3E292E1692}"/>
              </a:ext>
            </a:extLst>
          </p:cNvPr>
          <p:cNvSpPr>
            <a:spLocks noGrp="1"/>
          </p:cNvSpPr>
          <p:nvPr>
            <p:ph sz="quarter" idx="60" hasCustomPrompt="1"/>
          </p:nvPr>
        </p:nvSpPr>
        <p:spPr>
          <a:xfrm>
            <a:off x="3499818" y="2377075"/>
            <a:ext cx="4793726" cy="837333"/>
          </a:xfrm>
        </p:spPr>
        <p:txBody>
          <a:bodyPr anchor="t"/>
          <a:lstStyle>
            <a:lvl2pPr marL="115888" indent="0">
              <a:buNone/>
              <a:defRPr/>
            </a:lvl2pPr>
          </a:lstStyle>
          <a:p>
            <a:pPr lvl="0"/>
            <a:r>
              <a:rPr lang="en-US"/>
              <a:t>Click to edit Content (12 PT)</a:t>
            </a:r>
          </a:p>
        </p:txBody>
      </p:sp>
    </p:spTree>
    <p:extLst>
      <p:ext uri="{BB962C8B-B14F-4D97-AF65-F5344CB8AC3E}">
        <p14:creationId xmlns:p14="http://schemas.microsoft.com/office/powerpoint/2010/main" val="3020467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699" y="566400"/>
            <a:ext cx="7447103"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45" name="Straight Connector 44">
            <a:extLst>
              <a:ext uri="{FF2B5EF4-FFF2-40B4-BE49-F238E27FC236}">
                <a16:creationId xmlns:a16="http://schemas.microsoft.com/office/drawing/2014/main" id="{BA5A70CB-FC9D-D17B-BA3F-9D74F859A0B4}"/>
              </a:ext>
            </a:extLst>
          </p:cNvPr>
          <p:cNvCxnSpPr>
            <a:cxnSpLocks/>
          </p:cNvCxnSpPr>
          <p:nvPr userDrawn="1"/>
        </p:nvCxnSpPr>
        <p:spPr>
          <a:xfrm>
            <a:off x="457193"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ADE373B8-AB0D-3603-FD72-AF63B4A35A0C}"/>
              </a:ext>
            </a:extLst>
          </p:cNvPr>
          <p:cNvCxnSpPr>
            <a:cxnSpLocks/>
          </p:cNvCxnSpPr>
          <p:nvPr userDrawn="1"/>
        </p:nvCxnSpPr>
        <p:spPr>
          <a:xfrm>
            <a:off x="3406999" y="2288639"/>
            <a:ext cx="0" cy="4112161"/>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3B921EC-43E4-11CB-EF1B-7A87D61EF735}"/>
              </a:ext>
            </a:extLst>
          </p:cNvPr>
          <p:cNvCxnSpPr>
            <a:cxnSpLocks/>
          </p:cNvCxnSpPr>
          <p:nvPr userDrawn="1"/>
        </p:nvCxnSpPr>
        <p:spPr>
          <a:xfrm>
            <a:off x="-1" y="2288639"/>
            <a:ext cx="12191999"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492044C-E87B-9603-2062-000D495D27CF}"/>
              </a:ext>
            </a:extLst>
          </p:cNvPr>
          <p:cNvCxnSpPr>
            <a:cxnSpLocks/>
          </p:cNvCxnSpPr>
          <p:nvPr userDrawn="1"/>
        </p:nvCxnSpPr>
        <p:spPr>
          <a:xfrm>
            <a:off x="452700" y="6400800"/>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 name="Content Placeholder 92">
            <a:extLst>
              <a:ext uri="{FF2B5EF4-FFF2-40B4-BE49-F238E27FC236}">
                <a16:creationId xmlns:a16="http://schemas.microsoft.com/office/drawing/2014/main" id="{5969550B-ECF9-C59F-CBD3-3E4A21B83797}"/>
              </a:ext>
            </a:extLst>
          </p:cNvPr>
          <p:cNvSpPr>
            <a:spLocks noGrp="1"/>
          </p:cNvSpPr>
          <p:nvPr>
            <p:ph sz="quarter" idx="54" hasCustomPrompt="1"/>
          </p:nvPr>
        </p:nvSpPr>
        <p:spPr>
          <a:xfrm>
            <a:off x="555163" y="2351949"/>
            <a:ext cx="2759017" cy="649224"/>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13" name="Content Placeholder 92">
            <a:extLst>
              <a:ext uri="{FF2B5EF4-FFF2-40B4-BE49-F238E27FC236}">
                <a16:creationId xmlns:a16="http://schemas.microsoft.com/office/drawing/2014/main" id="{98695B32-575A-B9CF-FD9E-ED3E292E1692}"/>
              </a:ext>
            </a:extLst>
          </p:cNvPr>
          <p:cNvSpPr>
            <a:spLocks noGrp="1"/>
          </p:cNvSpPr>
          <p:nvPr>
            <p:ph sz="quarter" idx="60" hasCustomPrompt="1"/>
          </p:nvPr>
        </p:nvSpPr>
        <p:spPr>
          <a:xfrm>
            <a:off x="3499818" y="2377076"/>
            <a:ext cx="4793726" cy="619370"/>
          </a:xfrm>
        </p:spPr>
        <p:txBody>
          <a:bodyPr anchor="t"/>
          <a:lstStyle>
            <a:lvl2pPr marL="115888" indent="0">
              <a:buNone/>
              <a:defRPr/>
            </a:lvl2pPr>
          </a:lstStyle>
          <a:p>
            <a:pPr lvl="0"/>
            <a:r>
              <a:rPr lang="en-US"/>
              <a:t>Click to edit Content (12 PT)</a:t>
            </a:r>
          </a:p>
        </p:txBody>
      </p:sp>
      <p:cxnSp>
        <p:nvCxnSpPr>
          <p:cNvPr id="40" name="Straight Connector 39">
            <a:extLst>
              <a:ext uri="{FF2B5EF4-FFF2-40B4-BE49-F238E27FC236}">
                <a16:creationId xmlns:a16="http://schemas.microsoft.com/office/drawing/2014/main" id="{86413AB6-7046-2230-E830-EFCAFEF7FAF4}"/>
              </a:ext>
            </a:extLst>
          </p:cNvPr>
          <p:cNvCxnSpPr>
            <a:cxnSpLocks/>
          </p:cNvCxnSpPr>
          <p:nvPr userDrawn="1"/>
        </p:nvCxnSpPr>
        <p:spPr>
          <a:xfrm>
            <a:off x="452699" y="3111070"/>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0B3FC27-D664-886B-C0C4-FA94641125B4}"/>
              </a:ext>
            </a:extLst>
          </p:cNvPr>
          <p:cNvCxnSpPr>
            <a:cxnSpLocks/>
          </p:cNvCxnSpPr>
          <p:nvPr userDrawn="1"/>
        </p:nvCxnSpPr>
        <p:spPr>
          <a:xfrm>
            <a:off x="452699" y="3933502"/>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1376C23-4FF3-7381-1EC7-9AA66846089D}"/>
              </a:ext>
            </a:extLst>
          </p:cNvPr>
          <p:cNvCxnSpPr>
            <a:cxnSpLocks/>
          </p:cNvCxnSpPr>
          <p:nvPr userDrawn="1"/>
        </p:nvCxnSpPr>
        <p:spPr>
          <a:xfrm>
            <a:off x="452699" y="4755934"/>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67728D85-47C5-89D4-9574-6658F8C3B4A3}"/>
              </a:ext>
            </a:extLst>
          </p:cNvPr>
          <p:cNvCxnSpPr>
            <a:cxnSpLocks/>
          </p:cNvCxnSpPr>
          <p:nvPr userDrawn="1"/>
        </p:nvCxnSpPr>
        <p:spPr>
          <a:xfrm>
            <a:off x="452699" y="5578366"/>
            <a:ext cx="11739298"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60" name="Content Placeholder 92">
            <a:extLst>
              <a:ext uri="{FF2B5EF4-FFF2-40B4-BE49-F238E27FC236}">
                <a16:creationId xmlns:a16="http://schemas.microsoft.com/office/drawing/2014/main" id="{AAEA665A-398C-B809-FFF2-585F76F49312}"/>
              </a:ext>
            </a:extLst>
          </p:cNvPr>
          <p:cNvSpPr>
            <a:spLocks noGrp="1"/>
          </p:cNvSpPr>
          <p:nvPr>
            <p:ph sz="quarter" idx="61" hasCustomPrompt="1"/>
          </p:nvPr>
        </p:nvSpPr>
        <p:spPr>
          <a:xfrm>
            <a:off x="555163" y="3180338"/>
            <a:ext cx="2759017" cy="649224"/>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61" name="Content Placeholder 92">
            <a:extLst>
              <a:ext uri="{FF2B5EF4-FFF2-40B4-BE49-F238E27FC236}">
                <a16:creationId xmlns:a16="http://schemas.microsoft.com/office/drawing/2014/main" id="{EE8C0172-8260-600E-E481-FAEDCEA0682B}"/>
              </a:ext>
            </a:extLst>
          </p:cNvPr>
          <p:cNvSpPr>
            <a:spLocks noGrp="1"/>
          </p:cNvSpPr>
          <p:nvPr>
            <p:ph sz="quarter" idx="62" hasCustomPrompt="1"/>
          </p:nvPr>
        </p:nvSpPr>
        <p:spPr>
          <a:xfrm>
            <a:off x="3499818" y="3205465"/>
            <a:ext cx="4793726" cy="619370"/>
          </a:xfrm>
        </p:spPr>
        <p:txBody>
          <a:bodyPr anchor="t"/>
          <a:lstStyle>
            <a:lvl2pPr marL="115888" indent="0">
              <a:buNone/>
              <a:defRPr/>
            </a:lvl2pPr>
          </a:lstStyle>
          <a:p>
            <a:pPr lvl="0"/>
            <a:r>
              <a:rPr lang="en-US"/>
              <a:t>Click to edit Content (12 PT)</a:t>
            </a:r>
          </a:p>
        </p:txBody>
      </p:sp>
      <p:sp>
        <p:nvSpPr>
          <p:cNvPr id="62" name="Content Placeholder 92">
            <a:extLst>
              <a:ext uri="{FF2B5EF4-FFF2-40B4-BE49-F238E27FC236}">
                <a16:creationId xmlns:a16="http://schemas.microsoft.com/office/drawing/2014/main" id="{ECC8260D-FBD0-D793-988D-7001AD34E08A}"/>
              </a:ext>
            </a:extLst>
          </p:cNvPr>
          <p:cNvSpPr>
            <a:spLocks noGrp="1"/>
          </p:cNvSpPr>
          <p:nvPr>
            <p:ph sz="quarter" idx="63" hasCustomPrompt="1"/>
          </p:nvPr>
        </p:nvSpPr>
        <p:spPr>
          <a:xfrm>
            <a:off x="555163" y="4002663"/>
            <a:ext cx="2759017" cy="649224"/>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63" name="Content Placeholder 92">
            <a:extLst>
              <a:ext uri="{FF2B5EF4-FFF2-40B4-BE49-F238E27FC236}">
                <a16:creationId xmlns:a16="http://schemas.microsoft.com/office/drawing/2014/main" id="{E8594805-12A2-04A0-C904-2BF99120CF40}"/>
              </a:ext>
            </a:extLst>
          </p:cNvPr>
          <p:cNvSpPr>
            <a:spLocks noGrp="1"/>
          </p:cNvSpPr>
          <p:nvPr>
            <p:ph sz="quarter" idx="64" hasCustomPrompt="1"/>
          </p:nvPr>
        </p:nvSpPr>
        <p:spPr>
          <a:xfrm>
            <a:off x="3499818" y="4027790"/>
            <a:ext cx="4793726" cy="619370"/>
          </a:xfrm>
        </p:spPr>
        <p:txBody>
          <a:bodyPr anchor="t"/>
          <a:lstStyle>
            <a:lvl2pPr marL="115888" indent="0">
              <a:buNone/>
              <a:defRPr/>
            </a:lvl2pPr>
          </a:lstStyle>
          <a:p>
            <a:pPr lvl="0"/>
            <a:r>
              <a:rPr lang="en-US"/>
              <a:t>Click to edit Content (12 PT)</a:t>
            </a:r>
          </a:p>
        </p:txBody>
      </p:sp>
      <p:sp>
        <p:nvSpPr>
          <p:cNvPr id="64" name="Content Placeholder 92">
            <a:extLst>
              <a:ext uri="{FF2B5EF4-FFF2-40B4-BE49-F238E27FC236}">
                <a16:creationId xmlns:a16="http://schemas.microsoft.com/office/drawing/2014/main" id="{391202F6-E33A-0A3B-2E9C-874B74E93751}"/>
              </a:ext>
            </a:extLst>
          </p:cNvPr>
          <p:cNvSpPr>
            <a:spLocks noGrp="1"/>
          </p:cNvSpPr>
          <p:nvPr>
            <p:ph sz="quarter" idx="65" hasCustomPrompt="1"/>
          </p:nvPr>
        </p:nvSpPr>
        <p:spPr>
          <a:xfrm>
            <a:off x="555163" y="4827875"/>
            <a:ext cx="2759017" cy="649224"/>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66" name="Content Placeholder 92">
            <a:extLst>
              <a:ext uri="{FF2B5EF4-FFF2-40B4-BE49-F238E27FC236}">
                <a16:creationId xmlns:a16="http://schemas.microsoft.com/office/drawing/2014/main" id="{D942F360-6DF2-ACCC-2F1D-F2FB5BE68DA9}"/>
              </a:ext>
            </a:extLst>
          </p:cNvPr>
          <p:cNvSpPr>
            <a:spLocks noGrp="1"/>
          </p:cNvSpPr>
          <p:nvPr>
            <p:ph sz="quarter" idx="66" hasCustomPrompt="1"/>
          </p:nvPr>
        </p:nvSpPr>
        <p:spPr>
          <a:xfrm>
            <a:off x="3499818" y="4853002"/>
            <a:ext cx="4793726" cy="619370"/>
          </a:xfrm>
        </p:spPr>
        <p:txBody>
          <a:bodyPr anchor="t"/>
          <a:lstStyle>
            <a:lvl2pPr marL="115888" indent="0">
              <a:buNone/>
              <a:defRPr/>
            </a:lvl2pPr>
          </a:lstStyle>
          <a:p>
            <a:pPr lvl="0"/>
            <a:r>
              <a:rPr lang="en-US"/>
              <a:t>Click to edit Content (12 PT)</a:t>
            </a:r>
          </a:p>
        </p:txBody>
      </p:sp>
      <p:sp>
        <p:nvSpPr>
          <p:cNvPr id="67" name="Content Placeholder 92">
            <a:extLst>
              <a:ext uri="{FF2B5EF4-FFF2-40B4-BE49-F238E27FC236}">
                <a16:creationId xmlns:a16="http://schemas.microsoft.com/office/drawing/2014/main" id="{184CCCF8-BA48-4141-68FB-947532D420B4}"/>
              </a:ext>
            </a:extLst>
          </p:cNvPr>
          <p:cNvSpPr>
            <a:spLocks noGrp="1"/>
          </p:cNvSpPr>
          <p:nvPr>
            <p:ph sz="quarter" idx="67" hasCustomPrompt="1"/>
          </p:nvPr>
        </p:nvSpPr>
        <p:spPr>
          <a:xfrm>
            <a:off x="555163" y="5646388"/>
            <a:ext cx="2759017" cy="649224"/>
          </a:xfrm>
        </p:spPr>
        <p:txBody>
          <a:bodyPr anchor="t"/>
          <a:lstStyle>
            <a:lvl1pPr>
              <a:defRPr sz="1400">
                <a:solidFill>
                  <a:schemeClr val="tx1"/>
                </a:solidFill>
              </a:defRPr>
            </a:lvl1pPr>
            <a:lvl2pPr marL="115888" indent="0">
              <a:buNone/>
              <a:defRPr/>
            </a:lvl2pPr>
          </a:lstStyle>
          <a:p>
            <a:pPr lvl="0"/>
            <a:r>
              <a:rPr lang="en-US"/>
              <a:t>Click to edit Content (14 PT)</a:t>
            </a:r>
          </a:p>
        </p:txBody>
      </p:sp>
      <p:sp>
        <p:nvSpPr>
          <p:cNvPr id="68" name="Content Placeholder 92">
            <a:extLst>
              <a:ext uri="{FF2B5EF4-FFF2-40B4-BE49-F238E27FC236}">
                <a16:creationId xmlns:a16="http://schemas.microsoft.com/office/drawing/2014/main" id="{D420CA38-D731-AFF8-42A2-9180D087C1B0}"/>
              </a:ext>
            </a:extLst>
          </p:cNvPr>
          <p:cNvSpPr>
            <a:spLocks noGrp="1"/>
          </p:cNvSpPr>
          <p:nvPr>
            <p:ph sz="quarter" idx="68" hasCustomPrompt="1"/>
          </p:nvPr>
        </p:nvSpPr>
        <p:spPr>
          <a:xfrm>
            <a:off x="3499818" y="5671515"/>
            <a:ext cx="4793726" cy="619370"/>
          </a:xfrm>
        </p:spPr>
        <p:txBody>
          <a:bodyPr anchor="t"/>
          <a:lstStyle>
            <a:lvl2pPr marL="115888" indent="0">
              <a:buNone/>
              <a:defRPr/>
            </a:lvl2pPr>
          </a:lstStyle>
          <a:p>
            <a:pPr lvl="0"/>
            <a:r>
              <a:rPr lang="en-US"/>
              <a:t>Click to edit Content (12 PT)</a:t>
            </a:r>
          </a:p>
        </p:txBody>
      </p:sp>
      <p:sp>
        <p:nvSpPr>
          <p:cNvPr id="34" name="Picture Placeholder 7">
            <a:extLst>
              <a:ext uri="{FF2B5EF4-FFF2-40B4-BE49-F238E27FC236}">
                <a16:creationId xmlns:a16="http://schemas.microsoft.com/office/drawing/2014/main" id="{518EA6B3-1CB5-EB67-CE22-09875A86462F}"/>
              </a:ext>
            </a:extLst>
          </p:cNvPr>
          <p:cNvSpPr>
            <a:spLocks noGrp="1"/>
          </p:cNvSpPr>
          <p:nvPr>
            <p:ph type="pic" sz="quarter" idx="30"/>
          </p:nvPr>
        </p:nvSpPr>
        <p:spPr>
          <a:xfrm>
            <a:off x="8386365" y="0"/>
            <a:ext cx="3805636" cy="6400800"/>
          </a:xfrm>
          <a:solidFill>
            <a:schemeClr val="bg1"/>
          </a:solidFill>
        </p:spPr>
        <p:txBody>
          <a:bodyPr/>
          <a:lstStyle/>
          <a:p>
            <a:endParaRPr lang="en-US"/>
          </a:p>
        </p:txBody>
      </p:sp>
    </p:spTree>
    <p:extLst>
      <p:ext uri="{BB962C8B-B14F-4D97-AF65-F5344CB8AC3E}">
        <p14:creationId xmlns:p14="http://schemas.microsoft.com/office/powerpoint/2010/main" val="40517254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3" name="Straight Connector 2">
            <a:extLst>
              <a:ext uri="{FF2B5EF4-FFF2-40B4-BE49-F238E27FC236}">
                <a16:creationId xmlns:a16="http://schemas.microsoft.com/office/drawing/2014/main" id="{1640F6AF-AC45-6D2E-F337-255FFC561077}"/>
              </a:ext>
            </a:extLst>
          </p:cNvPr>
          <p:cNvCxnSpPr>
            <a:cxnSpLocks/>
          </p:cNvCxnSpPr>
          <p:nvPr userDrawn="1"/>
        </p:nvCxnSpPr>
        <p:spPr>
          <a:xfrm>
            <a:off x="457193"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5E76C283-64F7-A250-1A8C-56A1435CC36E}"/>
              </a:ext>
            </a:extLst>
          </p:cNvPr>
          <p:cNvCxnSpPr>
            <a:cxnSpLocks/>
          </p:cNvCxnSpPr>
          <p:nvPr userDrawn="1"/>
        </p:nvCxnSpPr>
        <p:spPr>
          <a:xfrm>
            <a:off x="0" y="1614082"/>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6741850-4CE1-4C19-4F1B-6638B68C6D7E}"/>
              </a:ext>
            </a:extLst>
          </p:cNvPr>
          <p:cNvCxnSpPr>
            <a:cxnSpLocks/>
          </p:cNvCxnSpPr>
          <p:nvPr userDrawn="1"/>
        </p:nvCxnSpPr>
        <p:spPr>
          <a:xfrm>
            <a:off x="452700" y="4007441"/>
            <a:ext cx="11282097"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CACA421-1AC4-3B33-2A4A-272418EFB095}"/>
              </a:ext>
            </a:extLst>
          </p:cNvPr>
          <p:cNvCxnSpPr>
            <a:cxnSpLocks/>
          </p:cNvCxnSpPr>
          <p:nvPr userDrawn="1"/>
        </p:nvCxnSpPr>
        <p:spPr>
          <a:xfrm>
            <a:off x="11724461"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1C13AAC-16D3-6A09-D12B-6CFE147DE7C1}"/>
              </a:ext>
            </a:extLst>
          </p:cNvPr>
          <p:cNvCxnSpPr>
            <a:cxnSpLocks/>
          </p:cNvCxnSpPr>
          <p:nvPr userDrawn="1"/>
        </p:nvCxnSpPr>
        <p:spPr>
          <a:xfrm>
            <a:off x="6090827"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0" name="Text Placeholder 19">
            <a:extLst>
              <a:ext uri="{FF2B5EF4-FFF2-40B4-BE49-F238E27FC236}">
                <a16:creationId xmlns:a16="http://schemas.microsoft.com/office/drawing/2014/main" id="{0B8F3AB7-36A5-8D4E-B8E0-22427721B5FA}"/>
              </a:ext>
            </a:extLst>
          </p:cNvPr>
          <p:cNvSpPr>
            <a:spLocks noGrp="1"/>
          </p:cNvSpPr>
          <p:nvPr>
            <p:ph type="body" sz="quarter" idx="11" hasCustomPrompt="1"/>
          </p:nvPr>
        </p:nvSpPr>
        <p:spPr>
          <a:xfrm>
            <a:off x="592443" y="2999875"/>
            <a:ext cx="5366924" cy="833065"/>
          </a:xfrm>
        </p:spPr>
        <p:txBody>
          <a:bodyPr/>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lvl1pPr>
            <a:lvl2pPr marL="115888" indent="0">
              <a:buNone/>
              <a:defRPr/>
            </a:lvl2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Content (12 PT)</a:t>
            </a:r>
          </a:p>
        </p:txBody>
      </p:sp>
      <p:sp>
        <p:nvSpPr>
          <p:cNvPr id="22" name="Content Placeholder 21">
            <a:extLst>
              <a:ext uri="{FF2B5EF4-FFF2-40B4-BE49-F238E27FC236}">
                <a16:creationId xmlns:a16="http://schemas.microsoft.com/office/drawing/2014/main" id="{ADB8E4D8-4A21-EB75-2756-07500497E9A1}"/>
              </a:ext>
            </a:extLst>
          </p:cNvPr>
          <p:cNvSpPr>
            <a:spLocks noGrp="1"/>
          </p:cNvSpPr>
          <p:nvPr>
            <p:ph sz="quarter" idx="12" hasCustomPrompt="1"/>
          </p:nvPr>
        </p:nvSpPr>
        <p:spPr>
          <a:xfrm>
            <a:off x="592442" y="1765577"/>
            <a:ext cx="5366924" cy="1082804"/>
          </a:xfrm>
        </p:spPr>
        <p:txBody>
          <a:bodyPr anchor="t"/>
          <a:lstStyle>
            <a:lvl1pPr marL="0" indent="0">
              <a:buNone/>
              <a:defRPr sz="2400">
                <a:solidFill>
                  <a:schemeClr val="accent2"/>
                </a:solidFill>
              </a:defRPr>
            </a:lvl1pPr>
          </a:lstStyle>
          <a:p>
            <a:pPr lvl="0"/>
            <a:r>
              <a:rPr lang="en-US"/>
              <a:t>Data / Image / Bullets</a:t>
            </a:r>
          </a:p>
        </p:txBody>
      </p:sp>
      <p:sp>
        <p:nvSpPr>
          <p:cNvPr id="30" name="Text Placeholder 19">
            <a:extLst>
              <a:ext uri="{FF2B5EF4-FFF2-40B4-BE49-F238E27FC236}">
                <a16:creationId xmlns:a16="http://schemas.microsoft.com/office/drawing/2014/main" id="{B319A708-9705-72E3-44C2-0BD9AFAEB316}"/>
              </a:ext>
            </a:extLst>
          </p:cNvPr>
          <p:cNvSpPr>
            <a:spLocks noGrp="1"/>
          </p:cNvSpPr>
          <p:nvPr>
            <p:ph type="body" sz="quarter" idx="19" hasCustomPrompt="1"/>
          </p:nvPr>
        </p:nvSpPr>
        <p:spPr>
          <a:xfrm>
            <a:off x="592443" y="5395413"/>
            <a:ext cx="5366924" cy="833065"/>
          </a:xfrm>
        </p:spPr>
        <p:txBody>
          <a:bodyPr/>
          <a:lstStyle>
            <a:lvl1pPr marL="0" indent="0">
              <a:buNone/>
              <a:defRPr/>
            </a:lvl1pPr>
            <a:lvl2pPr marL="115888" indent="0">
              <a:buNone/>
              <a:defRPr/>
            </a:lvl2pPr>
          </a:lstStyle>
          <a:p>
            <a:pPr lvl="0"/>
            <a:r>
              <a:rPr lang="en-US"/>
              <a:t>Click to edit Content (12 PT)</a:t>
            </a:r>
          </a:p>
        </p:txBody>
      </p:sp>
      <p:sp>
        <p:nvSpPr>
          <p:cNvPr id="31" name="Content Placeholder 21">
            <a:extLst>
              <a:ext uri="{FF2B5EF4-FFF2-40B4-BE49-F238E27FC236}">
                <a16:creationId xmlns:a16="http://schemas.microsoft.com/office/drawing/2014/main" id="{CACBB0E4-8DA5-7F1D-44F2-82BE6D2FB300}"/>
              </a:ext>
            </a:extLst>
          </p:cNvPr>
          <p:cNvSpPr>
            <a:spLocks noGrp="1"/>
          </p:cNvSpPr>
          <p:nvPr>
            <p:ph sz="quarter" idx="20" hasCustomPrompt="1"/>
          </p:nvPr>
        </p:nvSpPr>
        <p:spPr>
          <a:xfrm>
            <a:off x="592442" y="4161115"/>
            <a:ext cx="5366924" cy="1082804"/>
          </a:xfrm>
        </p:spPr>
        <p:txBody>
          <a:bodyPr anchor="t"/>
          <a:lstStyle>
            <a:lvl1pPr marL="0" indent="0">
              <a:buNone/>
              <a:defRPr sz="2400">
                <a:solidFill>
                  <a:schemeClr val="accent2"/>
                </a:solidFill>
              </a:defRPr>
            </a:lvl1pPr>
          </a:lstStyle>
          <a:p>
            <a:pPr lvl="0"/>
            <a:r>
              <a:rPr lang="en-US"/>
              <a:t>Data / Image / Bullets</a:t>
            </a:r>
          </a:p>
        </p:txBody>
      </p:sp>
      <p:sp>
        <p:nvSpPr>
          <p:cNvPr id="18" name="Text Placeholder 19">
            <a:extLst>
              <a:ext uri="{FF2B5EF4-FFF2-40B4-BE49-F238E27FC236}">
                <a16:creationId xmlns:a16="http://schemas.microsoft.com/office/drawing/2014/main" id="{BDF81EBB-8A19-6BC6-6B22-E21C02FB9C31}"/>
              </a:ext>
            </a:extLst>
          </p:cNvPr>
          <p:cNvSpPr>
            <a:spLocks noGrp="1"/>
          </p:cNvSpPr>
          <p:nvPr>
            <p:ph type="body" sz="quarter" idx="21" hasCustomPrompt="1"/>
          </p:nvPr>
        </p:nvSpPr>
        <p:spPr>
          <a:xfrm>
            <a:off x="6222289" y="2999875"/>
            <a:ext cx="5366924" cy="833065"/>
          </a:xfrm>
        </p:spPr>
        <p:txBody>
          <a:bodyPr/>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lvl1pPr>
            <a:lvl2pPr marL="115888" indent="0">
              <a:buNone/>
              <a:defRPr/>
            </a:lvl2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Content (12 PT)</a:t>
            </a:r>
          </a:p>
        </p:txBody>
      </p:sp>
      <p:sp>
        <p:nvSpPr>
          <p:cNvPr id="19" name="Content Placeholder 21">
            <a:extLst>
              <a:ext uri="{FF2B5EF4-FFF2-40B4-BE49-F238E27FC236}">
                <a16:creationId xmlns:a16="http://schemas.microsoft.com/office/drawing/2014/main" id="{C352D093-95DF-E970-DD89-9A8CA88A95ED}"/>
              </a:ext>
            </a:extLst>
          </p:cNvPr>
          <p:cNvSpPr>
            <a:spLocks noGrp="1"/>
          </p:cNvSpPr>
          <p:nvPr>
            <p:ph sz="quarter" idx="22" hasCustomPrompt="1"/>
          </p:nvPr>
        </p:nvSpPr>
        <p:spPr>
          <a:xfrm>
            <a:off x="6222288" y="1765577"/>
            <a:ext cx="5366924" cy="1082804"/>
          </a:xfrm>
        </p:spPr>
        <p:txBody>
          <a:bodyPr anchor="t"/>
          <a:lstStyle>
            <a:lvl1pPr marL="0" indent="0">
              <a:buNone/>
              <a:defRPr sz="2400">
                <a:solidFill>
                  <a:schemeClr val="accent2"/>
                </a:solidFill>
              </a:defRPr>
            </a:lvl1pPr>
          </a:lstStyle>
          <a:p>
            <a:pPr lvl="0"/>
            <a:r>
              <a:rPr lang="en-US"/>
              <a:t>Data / Image / Bullets</a:t>
            </a:r>
          </a:p>
        </p:txBody>
      </p:sp>
      <p:sp>
        <p:nvSpPr>
          <p:cNvPr id="21" name="Text Placeholder 19">
            <a:extLst>
              <a:ext uri="{FF2B5EF4-FFF2-40B4-BE49-F238E27FC236}">
                <a16:creationId xmlns:a16="http://schemas.microsoft.com/office/drawing/2014/main" id="{38B34E8B-007D-5C32-3C88-C1F70DF1C93F}"/>
              </a:ext>
            </a:extLst>
          </p:cNvPr>
          <p:cNvSpPr>
            <a:spLocks noGrp="1"/>
          </p:cNvSpPr>
          <p:nvPr>
            <p:ph type="body" sz="quarter" idx="23" hasCustomPrompt="1"/>
          </p:nvPr>
        </p:nvSpPr>
        <p:spPr>
          <a:xfrm>
            <a:off x="6222289" y="5395413"/>
            <a:ext cx="5366924" cy="833065"/>
          </a:xfrm>
        </p:spPr>
        <p:txBody>
          <a:bodyPr/>
          <a:lstStyle>
            <a:lvl1pPr marL="0" indent="0">
              <a:buNone/>
              <a:defRPr/>
            </a:lvl1pPr>
            <a:lvl2pPr marL="115888" indent="0">
              <a:buNone/>
              <a:defRPr/>
            </a:lvl2pPr>
          </a:lstStyle>
          <a:p>
            <a:pPr lvl="0"/>
            <a:r>
              <a:rPr lang="en-US"/>
              <a:t>Click to edit Content (12 PT)</a:t>
            </a:r>
          </a:p>
        </p:txBody>
      </p:sp>
      <p:sp>
        <p:nvSpPr>
          <p:cNvPr id="23" name="Content Placeholder 21">
            <a:extLst>
              <a:ext uri="{FF2B5EF4-FFF2-40B4-BE49-F238E27FC236}">
                <a16:creationId xmlns:a16="http://schemas.microsoft.com/office/drawing/2014/main" id="{5CF8036F-7EC0-C5C6-22B4-C9206B2C09E2}"/>
              </a:ext>
            </a:extLst>
          </p:cNvPr>
          <p:cNvSpPr>
            <a:spLocks noGrp="1"/>
          </p:cNvSpPr>
          <p:nvPr>
            <p:ph sz="quarter" idx="24" hasCustomPrompt="1"/>
          </p:nvPr>
        </p:nvSpPr>
        <p:spPr>
          <a:xfrm>
            <a:off x="6222288" y="4161115"/>
            <a:ext cx="5366924" cy="1082804"/>
          </a:xfrm>
        </p:spPr>
        <p:txBody>
          <a:bodyPr anchor="t"/>
          <a:lstStyle>
            <a:lvl1pPr marL="0" indent="0">
              <a:buNone/>
              <a:defRPr sz="2400">
                <a:solidFill>
                  <a:schemeClr val="accent2"/>
                </a:solidFill>
              </a:defRPr>
            </a:lvl1pPr>
          </a:lstStyle>
          <a:p>
            <a:pPr lvl="0"/>
            <a:r>
              <a:rPr lang="en-US"/>
              <a:t>Data / Image / Bullets</a:t>
            </a:r>
          </a:p>
        </p:txBody>
      </p:sp>
    </p:spTree>
    <p:extLst>
      <p:ext uri="{BB962C8B-B14F-4D97-AF65-F5344CB8AC3E}">
        <p14:creationId xmlns:p14="http://schemas.microsoft.com/office/powerpoint/2010/main" val="3361834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3" name="Straight Connector 2">
            <a:extLst>
              <a:ext uri="{FF2B5EF4-FFF2-40B4-BE49-F238E27FC236}">
                <a16:creationId xmlns:a16="http://schemas.microsoft.com/office/drawing/2014/main" id="{1640F6AF-AC45-6D2E-F337-255FFC561077}"/>
              </a:ext>
            </a:extLst>
          </p:cNvPr>
          <p:cNvCxnSpPr>
            <a:cxnSpLocks/>
          </p:cNvCxnSpPr>
          <p:nvPr userDrawn="1"/>
        </p:nvCxnSpPr>
        <p:spPr>
          <a:xfrm>
            <a:off x="457193"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5E76C283-64F7-A250-1A8C-56A1435CC36E}"/>
              </a:ext>
            </a:extLst>
          </p:cNvPr>
          <p:cNvCxnSpPr>
            <a:cxnSpLocks/>
          </p:cNvCxnSpPr>
          <p:nvPr userDrawn="1"/>
        </p:nvCxnSpPr>
        <p:spPr>
          <a:xfrm>
            <a:off x="0" y="1614082"/>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6741850-4CE1-4C19-4F1B-6638B68C6D7E}"/>
              </a:ext>
            </a:extLst>
          </p:cNvPr>
          <p:cNvCxnSpPr>
            <a:cxnSpLocks/>
          </p:cNvCxnSpPr>
          <p:nvPr userDrawn="1"/>
        </p:nvCxnSpPr>
        <p:spPr>
          <a:xfrm>
            <a:off x="452700" y="4007441"/>
            <a:ext cx="11282097"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CACA421-1AC4-3B33-2A4A-272418EFB095}"/>
              </a:ext>
            </a:extLst>
          </p:cNvPr>
          <p:cNvCxnSpPr>
            <a:cxnSpLocks/>
          </p:cNvCxnSpPr>
          <p:nvPr userDrawn="1"/>
        </p:nvCxnSpPr>
        <p:spPr>
          <a:xfrm>
            <a:off x="11724461"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082A8EB-0958-6061-56DD-44B88AEA1A13}"/>
              </a:ext>
            </a:extLst>
          </p:cNvPr>
          <p:cNvCxnSpPr>
            <a:cxnSpLocks/>
          </p:cNvCxnSpPr>
          <p:nvPr userDrawn="1"/>
        </p:nvCxnSpPr>
        <p:spPr>
          <a:xfrm>
            <a:off x="7968705"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1C13AAC-16D3-6A09-D12B-6CFE147DE7C1}"/>
              </a:ext>
            </a:extLst>
          </p:cNvPr>
          <p:cNvCxnSpPr>
            <a:cxnSpLocks/>
          </p:cNvCxnSpPr>
          <p:nvPr userDrawn="1"/>
        </p:nvCxnSpPr>
        <p:spPr>
          <a:xfrm>
            <a:off x="4212949"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0" name="Text Placeholder 19">
            <a:extLst>
              <a:ext uri="{FF2B5EF4-FFF2-40B4-BE49-F238E27FC236}">
                <a16:creationId xmlns:a16="http://schemas.microsoft.com/office/drawing/2014/main" id="{0B8F3AB7-36A5-8D4E-B8E0-22427721B5FA}"/>
              </a:ext>
            </a:extLst>
          </p:cNvPr>
          <p:cNvSpPr>
            <a:spLocks noGrp="1"/>
          </p:cNvSpPr>
          <p:nvPr>
            <p:ph type="body" sz="quarter" idx="11" hasCustomPrompt="1"/>
          </p:nvPr>
        </p:nvSpPr>
        <p:spPr>
          <a:xfrm>
            <a:off x="592443" y="2999875"/>
            <a:ext cx="3484499" cy="833065"/>
          </a:xfrm>
        </p:spPr>
        <p:txBody>
          <a:bodyPr/>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solidFill>
                  <a:schemeClr val="tx2"/>
                </a:solidFill>
              </a:defRPr>
            </a:lvl1pPr>
            <a:lvl2pPr marL="115888" indent="0">
              <a:buNone/>
              <a:defRPr/>
            </a:lvl2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Content (12 PT)</a:t>
            </a:r>
          </a:p>
        </p:txBody>
      </p:sp>
      <p:sp>
        <p:nvSpPr>
          <p:cNvPr id="22" name="Content Placeholder 21">
            <a:extLst>
              <a:ext uri="{FF2B5EF4-FFF2-40B4-BE49-F238E27FC236}">
                <a16:creationId xmlns:a16="http://schemas.microsoft.com/office/drawing/2014/main" id="{ADB8E4D8-4A21-EB75-2756-07500497E9A1}"/>
              </a:ext>
            </a:extLst>
          </p:cNvPr>
          <p:cNvSpPr>
            <a:spLocks noGrp="1"/>
          </p:cNvSpPr>
          <p:nvPr>
            <p:ph sz="quarter" idx="12" hasCustomPrompt="1"/>
          </p:nvPr>
        </p:nvSpPr>
        <p:spPr>
          <a:xfrm>
            <a:off x="592442" y="1765577"/>
            <a:ext cx="3484499" cy="1082804"/>
          </a:xfrm>
        </p:spPr>
        <p:txBody>
          <a:bodyPr anchor="t"/>
          <a:lstStyle>
            <a:lvl1pPr marL="0" indent="0">
              <a:buNone/>
              <a:defRPr sz="2400">
                <a:solidFill>
                  <a:schemeClr val="accent2"/>
                </a:solidFill>
              </a:defRPr>
            </a:lvl1pPr>
          </a:lstStyle>
          <a:p>
            <a:pPr lvl="0"/>
            <a:r>
              <a:rPr lang="en-US"/>
              <a:t>Data / Image / Bullets</a:t>
            </a:r>
          </a:p>
        </p:txBody>
      </p:sp>
      <p:sp>
        <p:nvSpPr>
          <p:cNvPr id="30" name="Text Placeholder 19">
            <a:extLst>
              <a:ext uri="{FF2B5EF4-FFF2-40B4-BE49-F238E27FC236}">
                <a16:creationId xmlns:a16="http://schemas.microsoft.com/office/drawing/2014/main" id="{B319A708-9705-72E3-44C2-0BD9AFAEB316}"/>
              </a:ext>
            </a:extLst>
          </p:cNvPr>
          <p:cNvSpPr>
            <a:spLocks noGrp="1"/>
          </p:cNvSpPr>
          <p:nvPr>
            <p:ph type="body" sz="quarter" idx="19" hasCustomPrompt="1"/>
          </p:nvPr>
        </p:nvSpPr>
        <p:spPr>
          <a:xfrm>
            <a:off x="592443" y="5395413"/>
            <a:ext cx="3484499" cy="833065"/>
          </a:xfrm>
        </p:spPr>
        <p:txBody>
          <a:bodyPr/>
          <a:lstStyle>
            <a:lvl1pPr marL="0" indent="0">
              <a:buNone/>
              <a:defRPr>
                <a:solidFill>
                  <a:schemeClr val="tx2"/>
                </a:solidFill>
              </a:defRPr>
            </a:lvl1pPr>
            <a:lvl2pPr marL="115888" indent="0">
              <a:buNone/>
              <a:defRPr/>
            </a:lvl2pPr>
          </a:lstStyle>
          <a:p>
            <a:pPr lvl="0"/>
            <a:r>
              <a:rPr lang="en-US"/>
              <a:t>Click to edit Content (12 PT)</a:t>
            </a:r>
          </a:p>
        </p:txBody>
      </p:sp>
      <p:sp>
        <p:nvSpPr>
          <p:cNvPr id="31" name="Content Placeholder 21">
            <a:extLst>
              <a:ext uri="{FF2B5EF4-FFF2-40B4-BE49-F238E27FC236}">
                <a16:creationId xmlns:a16="http://schemas.microsoft.com/office/drawing/2014/main" id="{CACBB0E4-8DA5-7F1D-44F2-82BE6D2FB300}"/>
              </a:ext>
            </a:extLst>
          </p:cNvPr>
          <p:cNvSpPr>
            <a:spLocks noGrp="1"/>
          </p:cNvSpPr>
          <p:nvPr>
            <p:ph sz="quarter" idx="20" hasCustomPrompt="1"/>
          </p:nvPr>
        </p:nvSpPr>
        <p:spPr>
          <a:xfrm>
            <a:off x="592442" y="4161115"/>
            <a:ext cx="3484499" cy="1082804"/>
          </a:xfrm>
        </p:spPr>
        <p:txBody>
          <a:bodyPr anchor="t"/>
          <a:lstStyle>
            <a:lvl1pPr marL="0" indent="0">
              <a:buNone/>
              <a:defRPr sz="2400">
                <a:solidFill>
                  <a:schemeClr val="accent2"/>
                </a:solidFill>
              </a:defRPr>
            </a:lvl1pPr>
          </a:lstStyle>
          <a:p>
            <a:pPr lvl="0"/>
            <a:r>
              <a:rPr lang="en-US"/>
              <a:t>Data / Image / Bullets</a:t>
            </a:r>
          </a:p>
        </p:txBody>
      </p:sp>
      <p:sp>
        <p:nvSpPr>
          <p:cNvPr id="5" name="Text Placeholder 19">
            <a:extLst>
              <a:ext uri="{FF2B5EF4-FFF2-40B4-BE49-F238E27FC236}">
                <a16:creationId xmlns:a16="http://schemas.microsoft.com/office/drawing/2014/main" id="{617B857D-7F14-7395-BF62-3B7292B1DFD3}"/>
              </a:ext>
            </a:extLst>
          </p:cNvPr>
          <p:cNvSpPr>
            <a:spLocks noGrp="1"/>
          </p:cNvSpPr>
          <p:nvPr>
            <p:ph type="body" sz="quarter" idx="21" hasCustomPrompt="1"/>
          </p:nvPr>
        </p:nvSpPr>
        <p:spPr>
          <a:xfrm>
            <a:off x="4353750" y="2999875"/>
            <a:ext cx="3484499" cy="833065"/>
          </a:xfrm>
        </p:spPr>
        <p:txBody>
          <a:bodyPr/>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solidFill>
                  <a:schemeClr val="tx2"/>
                </a:solidFill>
              </a:defRPr>
            </a:lvl1pPr>
            <a:lvl2pPr marL="115888" indent="0">
              <a:buNone/>
              <a:defRPr/>
            </a:lvl2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Content (12 PT)</a:t>
            </a:r>
          </a:p>
        </p:txBody>
      </p:sp>
      <p:sp>
        <p:nvSpPr>
          <p:cNvPr id="6" name="Content Placeholder 21">
            <a:extLst>
              <a:ext uri="{FF2B5EF4-FFF2-40B4-BE49-F238E27FC236}">
                <a16:creationId xmlns:a16="http://schemas.microsoft.com/office/drawing/2014/main" id="{7006CC3F-6B26-F548-5FDB-E44ED1A5674E}"/>
              </a:ext>
            </a:extLst>
          </p:cNvPr>
          <p:cNvSpPr>
            <a:spLocks noGrp="1"/>
          </p:cNvSpPr>
          <p:nvPr>
            <p:ph sz="quarter" idx="22" hasCustomPrompt="1"/>
          </p:nvPr>
        </p:nvSpPr>
        <p:spPr>
          <a:xfrm>
            <a:off x="4353749" y="1765577"/>
            <a:ext cx="3484499" cy="1082804"/>
          </a:xfrm>
        </p:spPr>
        <p:txBody>
          <a:bodyPr anchor="t"/>
          <a:lstStyle>
            <a:lvl1pPr marL="0" indent="0">
              <a:buNone/>
              <a:defRPr sz="2400">
                <a:solidFill>
                  <a:schemeClr val="accent2"/>
                </a:solidFill>
              </a:defRPr>
            </a:lvl1pPr>
          </a:lstStyle>
          <a:p>
            <a:pPr lvl="0"/>
            <a:r>
              <a:rPr lang="en-US"/>
              <a:t>Data / Image / Bullets</a:t>
            </a:r>
          </a:p>
        </p:txBody>
      </p:sp>
      <p:sp>
        <p:nvSpPr>
          <p:cNvPr id="8" name="Text Placeholder 19">
            <a:extLst>
              <a:ext uri="{FF2B5EF4-FFF2-40B4-BE49-F238E27FC236}">
                <a16:creationId xmlns:a16="http://schemas.microsoft.com/office/drawing/2014/main" id="{9B179F32-6BBC-92B1-A17F-039B965F3808}"/>
              </a:ext>
            </a:extLst>
          </p:cNvPr>
          <p:cNvSpPr>
            <a:spLocks noGrp="1"/>
          </p:cNvSpPr>
          <p:nvPr>
            <p:ph type="body" sz="quarter" idx="23" hasCustomPrompt="1"/>
          </p:nvPr>
        </p:nvSpPr>
        <p:spPr>
          <a:xfrm>
            <a:off x="4353750" y="5395413"/>
            <a:ext cx="3484499" cy="833065"/>
          </a:xfrm>
        </p:spPr>
        <p:txBody>
          <a:bodyPr/>
          <a:lstStyle>
            <a:lvl1pPr marL="0" indent="0">
              <a:buNone/>
              <a:defRPr>
                <a:solidFill>
                  <a:schemeClr val="tx2"/>
                </a:solidFill>
              </a:defRPr>
            </a:lvl1pPr>
            <a:lvl2pPr marL="115888" indent="0">
              <a:buNone/>
              <a:defRPr/>
            </a:lvl2pPr>
          </a:lstStyle>
          <a:p>
            <a:pPr lvl="0"/>
            <a:r>
              <a:rPr lang="en-US"/>
              <a:t>Click to edit Content (12 PT)</a:t>
            </a:r>
          </a:p>
        </p:txBody>
      </p:sp>
      <p:sp>
        <p:nvSpPr>
          <p:cNvPr id="9" name="Content Placeholder 21">
            <a:extLst>
              <a:ext uri="{FF2B5EF4-FFF2-40B4-BE49-F238E27FC236}">
                <a16:creationId xmlns:a16="http://schemas.microsoft.com/office/drawing/2014/main" id="{928B780D-9DE0-DF91-990B-A08B4238A58E}"/>
              </a:ext>
            </a:extLst>
          </p:cNvPr>
          <p:cNvSpPr>
            <a:spLocks noGrp="1"/>
          </p:cNvSpPr>
          <p:nvPr>
            <p:ph sz="quarter" idx="24" hasCustomPrompt="1"/>
          </p:nvPr>
        </p:nvSpPr>
        <p:spPr>
          <a:xfrm>
            <a:off x="4353749" y="4161115"/>
            <a:ext cx="3484499" cy="1082804"/>
          </a:xfrm>
        </p:spPr>
        <p:txBody>
          <a:bodyPr anchor="t"/>
          <a:lstStyle>
            <a:lvl1pPr marL="0" indent="0">
              <a:buNone/>
              <a:defRPr sz="2400">
                <a:solidFill>
                  <a:schemeClr val="accent2"/>
                </a:solidFill>
              </a:defRPr>
            </a:lvl1pPr>
          </a:lstStyle>
          <a:p>
            <a:pPr lvl="0"/>
            <a:r>
              <a:rPr lang="en-US"/>
              <a:t>Data / Image / Bullets</a:t>
            </a:r>
          </a:p>
        </p:txBody>
      </p:sp>
      <p:sp>
        <p:nvSpPr>
          <p:cNvPr id="10" name="Text Placeholder 19">
            <a:extLst>
              <a:ext uri="{FF2B5EF4-FFF2-40B4-BE49-F238E27FC236}">
                <a16:creationId xmlns:a16="http://schemas.microsoft.com/office/drawing/2014/main" id="{3D289DF7-C29E-17EB-E258-209BEF2DCD13}"/>
              </a:ext>
            </a:extLst>
          </p:cNvPr>
          <p:cNvSpPr>
            <a:spLocks noGrp="1"/>
          </p:cNvSpPr>
          <p:nvPr>
            <p:ph type="body" sz="quarter" idx="25" hasCustomPrompt="1"/>
          </p:nvPr>
        </p:nvSpPr>
        <p:spPr>
          <a:xfrm>
            <a:off x="8109504" y="2999875"/>
            <a:ext cx="3484499" cy="833065"/>
          </a:xfrm>
        </p:spPr>
        <p:txBody>
          <a:bodyPr/>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solidFill>
                  <a:schemeClr val="tx2"/>
                </a:solidFill>
              </a:defRPr>
            </a:lvl1pPr>
            <a:lvl2pPr marL="115888" indent="0">
              <a:buNone/>
              <a:defRPr/>
            </a:lvl2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Content (12 PT)</a:t>
            </a:r>
          </a:p>
        </p:txBody>
      </p:sp>
      <p:sp>
        <p:nvSpPr>
          <p:cNvPr id="11" name="Content Placeholder 21">
            <a:extLst>
              <a:ext uri="{FF2B5EF4-FFF2-40B4-BE49-F238E27FC236}">
                <a16:creationId xmlns:a16="http://schemas.microsoft.com/office/drawing/2014/main" id="{136BB0DA-5067-1B61-CE20-812917117088}"/>
              </a:ext>
            </a:extLst>
          </p:cNvPr>
          <p:cNvSpPr>
            <a:spLocks noGrp="1"/>
          </p:cNvSpPr>
          <p:nvPr>
            <p:ph sz="quarter" idx="26" hasCustomPrompt="1"/>
          </p:nvPr>
        </p:nvSpPr>
        <p:spPr>
          <a:xfrm>
            <a:off x="8109503" y="1765577"/>
            <a:ext cx="3484499" cy="1082804"/>
          </a:xfrm>
        </p:spPr>
        <p:txBody>
          <a:bodyPr anchor="t"/>
          <a:lstStyle>
            <a:lvl1pPr marL="0" indent="0">
              <a:buNone/>
              <a:defRPr sz="2400">
                <a:solidFill>
                  <a:schemeClr val="accent2"/>
                </a:solidFill>
              </a:defRPr>
            </a:lvl1pPr>
          </a:lstStyle>
          <a:p>
            <a:pPr lvl="0"/>
            <a:r>
              <a:rPr lang="en-US"/>
              <a:t>Data / Image / Bullets</a:t>
            </a:r>
          </a:p>
        </p:txBody>
      </p:sp>
      <p:sp>
        <p:nvSpPr>
          <p:cNvPr id="12" name="Text Placeholder 19">
            <a:extLst>
              <a:ext uri="{FF2B5EF4-FFF2-40B4-BE49-F238E27FC236}">
                <a16:creationId xmlns:a16="http://schemas.microsoft.com/office/drawing/2014/main" id="{29330713-A101-FB06-3E23-8429A4F295C9}"/>
              </a:ext>
            </a:extLst>
          </p:cNvPr>
          <p:cNvSpPr>
            <a:spLocks noGrp="1"/>
          </p:cNvSpPr>
          <p:nvPr>
            <p:ph type="body" sz="quarter" idx="27" hasCustomPrompt="1"/>
          </p:nvPr>
        </p:nvSpPr>
        <p:spPr>
          <a:xfrm>
            <a:off x="8109504" y="5395413"/>
            <a:ext cx="3484499" cy="833065"/>
          </a:xfrm>
        </p:spPr>
        <p:txBody>
          <a:bodyPr/>
          <a:lstStyle>
            <a:lvl1pPr marL="0" indent="0">
              <a:buNone/>
              <a:defRPr>
                <a:solidFill>
                  <a:schemeClr val="tx2"/>
                </a:solidFill>
              </a:defRPr>
            </a:lvl1pPr>
            <a:lvl2pPr marL="115888" indent="0">
              <a:buNone/>
              <a:defRPr/>
            </a:lvl2pPr>
          </a:lstStyle>
          <a:p>
            <a:pPr lvl="0"/>
            <a:r>
              <a:rPr lang="en-US"/>
              <a:t>Click to edit Content (12 PT)</a:t>
            </a:r>
          </a:p>
        </p:txBody>
      </p:sp>
      <p:sp>
        <p:nvSpPr>
          <p:cNvPr id="14" name="Content Placeholder 21">
            <a:extLst>
              <a:ext uri="{FF2B5EF4-FFF2-40B4-BE49-F238E27FC236}">
                <a16:creationId xmlns:a16="http://schemas.microsoft.com/office/drawing/2014/main" id="{A983B771-66EF-97B6-1668-0EEC84D3E59E}"/>
              </a:ext>
            </a:extLst>
          </p:cNvPr>
          <p:cNvSpPr>
            <a:spLocks noGrp="1"/>
          </p:cNvSpPr>
          <p:nvPr>
            <p:ph sz="quarter" idx="28" hasCustomPrompt="1"/>
          </p:nvPr>
        </p:nvSpPr>
        <p:spPr>
          <a:xfrm>
            <a:off x="8109503" y="4161115"/>
            <a:ext cx="3484499" cy="1082804"/>
          </a:xfrm>
        </p:spPr>
        <p:txBody>
          <a:bodyPr anchor="t"/>
          <a:lstStyle>
            <a:lvl1pPr marL="0" indent="0">
              <a:buNone/>
              <a:defRPr sz="2400">
                <a:solidFill>
                  <a:schemeClr val="accent2"/>
                </a:solidFill>
              </a:defRPr>
            </a:lvl1pPr>
          </a:lstStyle>
          <a:p>
            <a:pPr lvl="0"/>
            <a:r>
              <a:rPr lang="en-US"/>
              <a:t>Data / Image / Bullets</a:t>
            </a:r>
          </a:p>
        </p:txBody>
      </p:sp>
    </p:spTree>
    <p:extLst>
      <p:ext uri="{BB962C8B-B14F-4D97-AF65-F5344CB8AC3E}">
        <p14:creationId xmlns:p14="http://schemas.microsoft.com/office/powerpoint/2010/main" val="19657552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8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2700" y="566400"/>
            <a:ext cx="11282097"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cxnSp>
        <p:nvCxnSpPr>
          <p:cNvPr id="3" name="Straight Connector 2">
            <a:extLst>
              <a:ext uri="{FF2B5EF4-FFF2-40B4-BE49-F238E27FC236}">
                <a16:creationId xmlns:a16="http://schemas.microsoft.com/office/drawing/2014/main" id="{1640F6AF-AC45-6D2E-F337-255FFC561077}"/>
              </a:ext>
            </a:extLst>
          </p:cNvPr>
          <p:cNvCxnSpPr>
            <a:cxnSpLocks/>
          </p:cNvCxnSpPr>
          <p:nvPr userDrawn="1"/>
        </p:nvCxnSpPr>
        <p:spPr>
          <a:xfrm>
            <a:off x="457193"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5E76C283-64F7-A250-1A8C-56A1435CC36E}"/>
              </a:ext>
            </a:extLst>
          </p:cNvPr>
          <p:cNvCxnSpPr>
            <a:cxnSpLocks/>
          </p:cNvCxnSpPr>
          <p:nvPr userDrawn="1"/>
        </p:nvCxnSpPr>
        <p:spPr>
          <a:xfrm>
            <a:off x="0" y="1614082"/>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6741850-4CE1-4C19-4F1B-6638B68C6D7E}"/>
              </a:ext>
            </a:extLst>
          </p:cNvPr>
          <p:cNvCxnSpPr>
            <a:cxnSpLocks/>
          </p:cNvCxnSpPr>
          <p:nvPr userDrawn="1"/>
        </p:nvCxnSpPr>
        <p:spPr>
          <a:xfrm>
            <a:off x="452700" y="4007441"/>
            <a:ext cx="11282097"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CACA421-1AC4-3B33-2A4A-272418EFB095}"/>
              </a:ext>
            </a:extLst>
          </p:cNvPr>
          <p:cNvCxnSpPr>
            <a:cxnSpLocks/>
          </p:cNvCxnSpPr>
          <p:nvPr userDrawn="1"/>
        </p:nvCxnSpPr>
        <p:spPr>
          <a:xfrm>
            <a:off x="11724461"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082A8EB-0958-6061-56DD-44B88AEA1A13}"/>
              </a:ext>
            </a:extLst>
          </p:cNvPr>
          <p:cNvCxnSpPr>
            <a:cxnSpLocks/>
          </p:cNvCxnSpPr>
          <p:nvPr userDrawn="1"/>
        </p:nvCxnSpPr>
        <p:spPr>
          <a:xfrm>
            <a:off x="6090827"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1C13AAC-16D3-6A09-D12B-6CFE147DE7C1}"/>
              </a:ext>
            </a:extLst>
          </p:cNvPr>
          <p:cNvCxnSpPr>
            <a:cxnSpLocks/>
          </p:cNvCxnSpPr>
          <p:nvPr userDrawn="1"/>
        </p:nvCxnSpPr>
        <p:spPr>
          <a:xfrm>
            <a:off x="3274010"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E23B1EE-3B25-3766-657D-53F24E246070}"/>
              </a:ext>
            </a:extLst>
          </p:cNvPr>
          <p:cNvCxnSpPr>
            <a:cxnSpLocks/>
          </p:cNvCxnSpPr>
          <p:nvPr userDrawn="1"/>
        </p:nvCxnSpPr>
        <p:spPr>
          <a:xfrm>
            <a:off x="8907644" y="1614082"/>
            <a:ext cx="0" cy="4786718"/>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0" name="Text Placeholder 19">
            <a:extLst>
              <a:ext uri="{FF2B5EF4-FFF2-40B4-BE49-F238E27FC236}">
                <a16:creationId xmlns:a16="http://schemas.microsoft.com/office/drawing/2014/main" id="{0B8F3AB7-36A5-8D4E-B8E0-22427721B5FA}"/>
              </a:ext>
            </a:extLst>
          </p:cNvPr>
          <p:cNvSpPr>
            <a:spLocks noGrp="1"/>
          </p:cNvSpPr>
          <p:nvPr>
            <p:ph type="body" sz="quarter" idx="11" hasCustomPrompt="1"/>
          </p:nvPr>
        </p:nvSpPr>
        <p:spPr>
          <a:xfrm>
            <a:off x="592443" y="2999875"/>
            <a:ext cx="2546317" cy="833065"/>
          </a:xfrm>
        </p:spPr>
        <p:txBody>
          <a:bodyPr/>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lvl1pPr>
            <a:lvl2pPr marL="115888" indent="0">
              <a:buNone/>
              <a:defRPr/>
            </a:lvl2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Content (12 PT)</a:t>
            </a:r>
          </a:p>
        </p:txBody>
      </p:sp>
      <p:sp>
        <p:nvSpPr>
          <p:cNvPr id="22" name="Content Placeholder 21">
            <a:extLst>
              <a:ext uri="{FF2B5EF4-FFF2-40B4-BE49-F238E27FC236}">
                <a16:creationId xmlns:a16="http://schemas.microsoft.com/office/drawing/2014/main" id="{ADB8E4D8-4A21-EB75-2756-07500497E9A1}"/>
              </a:ext>
            </a:extLst>
          </p:cNvPr>
          <p:cNvSpPr>
            <a:spLocks noGrp="1"/>
          </p:cNvSpPr>
          <p:nvPr>
            <p:ph sz="quarter" idx="12" hasCustomPrompt="1"/>
          </p:nvPr>
        </p:nvSpPr>
        <p:spPr>
          <a:xfrm>
            <a:off x="592442" y="1765577"/>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23" name="Text Placeholder 19">
            <a:extLst>
              <a:ext uri="{FF2B5EF4-FFF2-40B4-BE49-F238E27FC236}">
                <a16:creationId xmlns:a16="http://schemas.microsoft.com/office/drawing/2014/main" id="{40EE178D-EA3A-018B-4D14-A890922A2F56}"/>
              </a:ext>
            </a:extLst>
          </p:cNvPr>
          <p:cNvSpPr>
            <a:spLocks noGrp="1"/>
          </p:cNvSpPr>
          <p:nvPr>
            <p:ph type="body" sz="quarter" idx="13" hasCustomPrompt="1"/>
          </p:nvPr>
        </p:nvSpPr>
        <p:spPr>
          <a:xfrm>
            <a:off x="3409261" y="2999875"/>
            <a:ext cx="2546317" cy="833065"/>
          </a:xfrm>
        </p:spPr>
        <p:txBody>
          <a:bodyPr/>
          <a:lstStyle>
            <a:lvl1pPr marL="0" indent="0">
              <a:buNone/>
              <a:defRPr/>
            </a:lvl1pPr>
            <a:lvl2pPr marL="115888" indent="0">
              <a:buNone/>
              <a:defRPr/>
            </a:lvl2pPr>
          </a:lstStyle>
          <a:p>
            <a:pPr lvl="0"/>
            <a:r>
              <a:rPr lang="en-US"/>
              <a:t>Click to edit Content (12 PT)</a:t>
            </a:r>
          </a:p>
        </p:txBody>
      </p:sp>
      <p:sp>
        <p:nvSpPr>
          <p:cNvPr id="24" name="Content Placeholder 21">
            <a:extLst>
              <a:ext uri="{FF2B5EF4-FFF2-40B4-BE49-F238E27FC236}">
                <a16:creationId xmlns:a16="http://schemas.microsoft.com/office/drawing/2014/main" id="{3943AC9E-613D-E30C-F709-C215019B8E4C}"/>
              </a:ext>
            </a:extLst>
          </p:cNvPr>
          <p:cNvSpPr>
            <a:spLocks noGrp="1"/>
          </p:cNvSpPr>
          <p:nvPr>
            <p:ph sz="quarter" idx="14" hasCustomPrompt="1"/>
          </p:nvPr>
        </p:nvSpPr>
        <p:spPr>
          <a:xfrm>
            <a:off x="3409260" y="1765577"/>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25" name="Text Placeholder 19">
            <a:extLst>
              <a:ext uri="{FF2B5EF4-FFF2-40B4-BE49-F238E27FC236}">
                <a16:creationId xmlns:a16="http://schemas.microsoft.com/office/drawing/2014/main" id="{803FB912-4E43-F7E6-7EB6-B7CB7DDB1DCF}"/>
              </a:ext>
            </a:extLst>
          </p:cNvPr>
          <p:cNvSpPr>
            <a:spLocks noGrp="1"/>
          </p:cNvSpPr>
          <p:nvPr>
            <p:ph type="body" sz="quarter" idx="15" hasCustomPrompt="1"/>
          </p:nvPr>
        </p:nvSpPr>
        <p:spPr>
          <a:xfrm>
            <a:off x="6226076" y="2999875"/>
            <a:ext cx="2546317" cy="833065"/>
          </a:xfrm>
        </p:spPr>
        <p:txBody>
          <a:bodyPr/>
          <a:lstStyle>
            <a:lvl1pPr marL="0" indent="0">
              <a:buNone/>
              <a:defRPr/>
            </a:lvl1pPr>
            <a:lvl2pPr marL="115888" indent="0">
              <a:buNone/>
              <a:defRPr/>
            </a:lvl2pPr>
          </a:lstStyle>
          <a:p>
            <a:pPr lvl="0"/>
            <a:r>
              <a:rPr lang="en-US"/>
              <a:t>Click to edit Content (12 PT)</a:t>
            </a:r>
          </a:p>
        </p:txBody>
      </p:sp>
      <p:sp>
        <p:nvSpPr>
          <p:cNvPr id="26" name="Content Placeholder 21">
            <a:extLst>
              <a:ext uri="{FF2B5EF4-FFF2-40B4-BE49-F238E27FC236}">
                <a16:creationId xmlns:a16="http://schemas.microsoft.com/office/drawing/2014/main" id="{3537AAA2-4A13-AFC2-AD6E-41CA5511429D}"/>
              </a:ext>
            </a:extLst>
          </p:cNvPr>
          <p:cNvSpPr>
            <a:spLocks noGrp="1"/>
          </p:cNvSpPr>
          <p:nvPr>
            <p:ph sz="quarter" idx="16" hasCustomPrompt="1"/>
          </p:nvPr>
        </p:nvSpPr>
        <p:spPr>
          <a:xfrm>
            <a:off x="6226075" y="1765577"/>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27" name="Text Placeholder 19">
            <a:extLst>
              <a:ext uri="{FF2B5EF4-FFF2-40B4-BE49-F238E27FC236}">
                <a16:creationId xmlns:a16="http://schemas.microsoft.com/office/drawing/2014/main" id="{E32C8F4B-8892-5BE8-84A3-D3A46D0D2CB0}"/>
              </a:ext>
            </a:extLst>
          </p:cNvPr>
          <p:cNvSpPr>
            <a:spLocks noGrp="1"/>
          </p:cNvSpPr>
          <p:nvPr>
            <p:ph type="body" sz="quarter" idx="17" hasCustomPrompt="1"/>
          </p:nvPr>
        </p:nvSpPr>
        <p:spPr>
          <a:xfrm>
            <a:off x="9042891" y="2999875"/>
            <a:ext cx="2546317" cy="833065"/>
          </a:xfrm>
        </p:spPr>
        <p:txBody>
          <a:bodyPr/>
          <a:lstStyle>
            <a:lvl1pPr marL="0" indent="0">
              <a:buNone/>
              <a:defRPr/>
            </a:lvl1pPr>
            <a:lvl2pPr marL="115888" indent="0">
              <a:buNone/>
              <a:defRPr/>
            </a:lvl2pPr>
          </a:lstStyle>
          <a:p>
            <a:pPr lvl="0"/>
            <a:r>
              <a:rPr lang="en-US"/>
              <a:t>Click to edit Content (12 PT)</a:t>
            </a:r>
          </a:p>
        </p:txBody>
      </p:sp>
      <p:sp>
        <p:nvSpPr>
          <p:cNvPr id="29" name="Content Placeholder 21">
            <a:extLst>
              <a:ext uri="{FF2B5EF4-FFF2-40B4-BE49-F238E27FC236}">
                <a16:creationId xmlns:a16="http://schemas.microsoft.com/office/drawing/2014/main" id="{D67BA517-08AA-BE10-564B-C87FD7785D12}"/>
              </a:ext>
            </a:extLst>
          </p:cNvPr>
          <p:cNvSpPr>
            <a:spLocks noGrp="1"/>
          </p:cNvSpPr>
          <p:nvPr>
            <p:ph sz="quarter" idx="18" hasCustomPrompt="1"/>
          </p:nvPr>
        </p:nvSpPr>
        <p:spPr>
          <a:xfrm>
            <a:off x="9042890" y="1765577"/>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30" name="Text Placeholder 19">
            <a:extLst>
              <a:ext uri="{FF2B5EF4-FFF2-40B4-BE49-F238E27FC236}">
                <a16:creationId xmlns:a16="http://schemas.microsoft.com/office/drawing/2014/main" id="{B319A708-9705-72E3-44C2-0BD9AFAEB316}"/>
              </a:ext>
            </a:extLst>
          </p:cNvPr>
          <p:cNvSpPr>
            <a:spLocks noGrp="1"/>
          </p:cNvSpPr>
          <p:nvPr>
            <p:ph type="body" sz="quarter" idx="19" hasCustomPrompt="1"/>
          </p:nvPr>
        </p:nvSpPr>
        <p:spPr>
          <a:xfrm>
            <a:off x="592443" y="5395413"/>
            <a:ext cx="2546317" cy="833065"/>
          </a:xfrm>
        </p:spPr>
        <p:txBody>
          <a:bodyPr/>
          <a:lstStyle>
            <a:lvl1pPr marL="0" indent="0">
              <a:buNone/>
              <a:defRPr/>
            </a:lvl1pPr>
            <a:lvl2pPr marL="115888" indent="0">
              <a:buNone/>
              <a:defRPr/>
            </a:lvl2pPr>
          </a:lstStyle>
          <a:p>
            <a:pPr lvl="0"/>
            <a:r>
              <a:rPr lang="en-US"/>
              <a:t>Click to edit Content (12 PT)</a:t>
            </a:r>
          </a:p>
        </p:txBody>
      </p:sp>
      <p:sp>
        <p:nvSpPr>
          <p:cNvPr id="31" name="Content Placeholder 21">
            <a:extLst>
              <a:ext uri="{FF2B5EF4-FFF2-40B4-BE49-F238E27FC236}">
                <a16:creationId xmlns:a16="http://schemas.microsoft.com/office/drawing/2014/main" id="{CACBB0E4-8DA5-7F1D-44F2-82BE6D2FB300}"/>
              </a:ext>
            </a:extLst>
          </p:cNvPr>
          <p:cNvSpPr>
            <a:spLocks noGrp="1"/>
          </p:cNvSpPr>
          <p:nvPr>
            <p:ph sz="quarter" idx="20" hasCustomPrompt="1"/>
          </p:nvPr>
        </p:nvSpPr>
        <p:spPr>
          <a:xfrm>
            <a:off x="592442" y="4161115"/>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32" name="Text Placeholder 19">
            <a:extLst>
              <a:ext uri="{FF2B5EF4-FFF2-40B4-BE49-F238E27FC236}">
                <a16:creationId xmlns:a16="http://schemas.microsoft.com/office/drawing/2014/main" id="{9DDB70CC-A851-A770-3DFF-AC0E76D3BB12}"/>
              </a:ext>
            </a:extLst>
          </p:cNvPr>
          <p:cNvSpPr>
            <a:spLocks noGrp="1"/>
          </p:cNvSpPr>
          <p:nvPr>
            <p:ph type="body" sz="quarter" idx="21" hasCustomPrompt="1"/>
          </p:nvPr>
        </p:nvSpPr>
        <p:spPr>
          <a:xfrm>
            <a:off x="3409261" y="5395413"/>
            <a:ext cx="2546317" cy="833065"/>
          </a:xfrm>
        </p:spPr>
        <p:txBody>
          <a:bodyPr/>
          <a:lstStyle>
            <a:lvl1pPr marL="0" indent="0">
              <a:buNone/>
              <a:defRPr/>
            </a:lvl1pPr>
            <a:lvl2pPr marL="115888" indent="0">
              <a:buNone/>
              <a:defRPr/>
            </a:lvl2pPr>
          </a:lstStyle>
          <a:p>
            <a:pPr lvl="0"/>
            <a:r>
              <a:rPr lang="en-US"/>
              <a:t>Click to edit Content (12 PT)</a:t>
            </a:r>
          </a:p>
        </p:txBody>
      </p:sp>
      <p:sp>
        <p:nvSpPr>
          <p:cNvPr id="34" name="Content Placeholder 21">
            <a:extLst>
              <a:ext uri="{FF2B5EF4-FFF2-40B4-BE49-F238E27FC236}">
                <a16:creationId xmlns:a16="http://schemas.microsoft.com/office/drawing/2014/main" id="{CB184E78-2436-BE97-D775-C8D6F36DD2B7}"/>
              </a:ext>
            </a:extLst>
          </p:cNvPr>
          <p:cNvSpPr>
            <a:spLocks noGrp="1"/>
          </p:cNvSpPr>
          <p:nvPr>
            <p:ph sz="quarter" idx="22" hasCustomPrompt="1"/>
          </p:nvPr>
        </p:nvSpPr>
        <p:spPr>
          <a:xfrm>
            <a:off x="3409260" y="4161115"/>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35" name="Text Placeholder 19">
            <a:extLst>
              <a:ext uri="{FF2B5EF4-FFF2-40B4-BE49-F238E27FC236}">
                <a16:creationId xmlns:a16="http://schemas.microsoft.com/office/drawing/2014/main" id="{4605390F-7ADA-EC5A-F230-989B1A0F00C4}"/>
              </a:ext>
            </a:extLst>
          </p:cNvPr>
          <p:cNvSpPr>
            <a:spLocks noGrp="1"/>
          </p:cNvSpPr>
          <p:nvPr>
            <p:ph type="body" sz="quarter" idx="23" hasCustomPrompt="1"/>
          </p:nvPr>
        </p:nvSpPr>
        <p:spPr>
          <a:xfrm>
            <a:off x="6226076" y="5395413"/>
            <a:ext cx="2546317" cy="833065"/>
          </a:xfrm>
        </p:spPr>
        <p:txBody>
          <a:bodyPr/>
          <a:lstStyle>
            <a:lvl1pPr marL="0" indent="0">
              <a:buNone/>
              <a:defRPr/>
            </a:lvl1pPr>
            <a:lvl2pPr marL="115888" indent="0">
              <a:buNone/>
              <a:defRPr/>
            </a:lvl2pPr>
          </a:lstStyle>
          <a:p>
            <a:pPr lvl="0"/>
            <a:r>
              <a:rPr lang="en-US"/>
              <a:t>Click to edit Content (12 PT)</a:t>
            </a:r>
          </a:p>
        </p:txBody>
      </p:sp>
      <p:sp>
        <p:nvSpPr>
          <p:cNvPr id="41" name="Content Placeholder 21">
            <a:extLst>
              <a:ext uri="{FF2B5EF4-FFF2-40B4-BE49-F238E27FC236}">
                <a16:creationId xmlns:a16="http://schemas.microsoft.com/office/drawing/2014/main" id="{ACA5541B-FE68-C2F4-95DB-5072298B0FF0}"/>
              </a:ext>
            </a:extLst>
          </p:cNvPr>
          <p:cNvSpPr>
            <a:spLocks noGrp="1"/>
          </p:cNvSpPr>
          <p:nvPr>
            <p:ph sz="quarter" idx="24" hasCustomPrompt="1"/>
          </p:nvPr>
        </p:nvSpPr>
        <p:spPr>
          <a:xfrm>
            <a:off x="6226075" y="4161115"/>
            <a:ext cx="2546317" cy="1082804"/>
          </a:xfrm>
        </p:spPr>
        <p:txBody>
          <a:bodyPr anchor="t"/>
          <a:lstStyle>
            <a:lvl1pPr marL="0" indent="0">
              <a:buNone/>
              <a:defRPr sz="2400">
                <a:solidFill>
                  <a:schemeClr val="accent2"/>
                </a:solidFill>
              </a:defRPr>
            </a:lvl1pPr>
          </a:lstStyle>
          <a:p>
            <a:pPr lvl="0"/>
            <a:r>
              <a:rPr lang="en-US"/>
              <a:t>Data / Image / Bullets</a:t>
            </a:r>
          </a:p>
        </p:txBody>
      </p:sp>
      <p:sp>
        <p:nvSpPr>
          <p:cNvPr id="42" name="Text Placeholder 19">
            <a:extLst>
              <a:ext uri="{FF2B5EF4-FFF2-40B4-BE49-F238E27FC236}">
                <a16:creationId xmlns:a16="http://schemas.microsoft.com/office/drawing/2014/main" id="{27B058BE-9329-630D-EC70-EEF5100FA00C}"/>
              </a:ext>
            </a:extLst>
          </p:cNvPr>
          <p:cNvSpPr>
            <a:spLocks noGrp="1"/>
          </p:cNvSpPr>
          <p:nvPr>
            <p:ph type="body" sz="quarter" idx="25" hasCustomPrompt="1"/>
          </p:nvPr>
        </p:nvSpPr>
        <p:spPr>
          <a:xfrm>
            <a:off x="9042891" y="5395413"/>
            <a:ext cx="2546317" cy="833065"/>
          </a:xfrm>
        </p:spPr>
        <p:txBody>
          <a:bodyPr/>
          <a:lstStyle>
            <a:lvl1pPr marL="0" indent="0">
              <a:buNone/>
              <a:defRPr/>
            </a:lvl1pPr>
            <a:lvl2pPr marL="115888" indent="0">
              <a:buNone/>
              <a:defRPr/>
            </a:lvl2pPr>
          </a:lstStyle>
          <a:p>
            <a:pPr lvl="0"/>
            <a:r>
              <a:rPr lang="en-US"/>
              <a:t>Click to edit Content (12 PT)</a:t>
            </a:r>
          </a:p>
        </p:txBody>
      </p:sp>
      <p:sp>
        <p:nvSpPr>
          <p:cNvPr id="43" name="Content Placeholder 21">
            <a:extLst>
              <a:ext uri="{FF2B5EF4-FFF2-40B4-BE49-F238E27FC236}">
                <a16:creationId xmlns:a16="http://schemas.microsoft.com/office/drawing/2014/main" id="{CF826E66-48F1-8E65-EF5C-DBC6F7F3D893}"/>
              </a:ext>
            </a:extLst>
          </p:cNvPr>
          <p:cNvSpPr>
            <a:spLocks noGrp="1"/>
          </p:cNvSpPr>
          <p:nvPr>
            <p:ph sz="quarter" idx="26" hasCustomPrompt="1"/>
          </p:nvPr>
        </p:nvSpPr>
        <p:spPr>
          <a:xfrm>
            <a:off x="9042890" y="4161115"/>
            <a:ext cx="2546317" cy="1082804"/>
          </a:xfrm>
        </p:spPr>
        <p:txBody>
          <a:bodyPr anchor="t"/>
          <a:lstStyle>
            <a:lvl1pPr marL="0" indent="0">
              <a:buNone/>
              <a:defRPr sz="2400">
                <a:solidFill>
                  <a:schemeClr val="accent2"/>
                </a:solidFill>
              </a:defRPr>
            </a:lvl1pPr>
          </a:lstStyle>
          <a:p>
            <a:pPr lvl="0"/>
            <a:r>
              <a:rPr lang="en-US"/>
              <a:t>Data / Image / Bullets</a:t>
            </a:r>
          </a:p>
        </p:txBody>
      </p:sp>
    </p:spTree>
    <p:extLst>
      <p:ext uri="{BB962C8B-B14F-4D97-AF65-F5344CB8AC3E}">
        <p14:creationId xmlns:p14="http://schemas.microsoft.com/office/powerpoint/2010/main" val="714215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 Graphic Focused">
    <p:spTree>
      <p:nvGrpSpPr>
        <p:cNvPr id="1" name=""/>
        <p:cNvGrpSpPr/>
        <p:nvPr/>
      </p:nvGrpSpPr>
      <p:grpSpPr>
        <a:xfrm>
          <a:off x="0" y="0"/>
          <a:ext cx="0" cy="0"/>
          <a:chOff x="0" y="0"/>
          <a:chExt cx="0" cy="0"/>
        </a:xfrm>
      </p:grpSpPr>
      <p:sp>
        <p:nvSpPr>
          <p:cNvPr id="22" name="Content Placeholder 19">
            <a:extLst>
              <a:ext uri="{FF2B5EF4-FFF2-40B4-BE49-F238E27FC236}">
                <a16:creationId xmlns:a16="http://schemas.microsoft.com/office/drawing/2014/main" id="{99A42EE7-B061-3973-B95C-FE898B1B1D3D}"/>
              </a:ext>
            </a:extLst>
          </p:cNvPr>
          <p:cNvSpPr>
            <a:spLocks noGrp="1"/>
          </p:cNvSpPr>
          <p:nvPr>
            <p:ph sz="quarter" idx="13" hasCustomPrompt="1"/>
          </p:nvPr>
        </p:nvSpPr>
        <p:spPr>
          <a:xfrm>
            <a:off x="452702" y="1424681"/>
            <a:ext cx="3059124" cy="4712659"/>
          </a:xfrm>
        </p:spPr>
        <p:txBody>
          <a:bodyPr/>
          <a:lstStyle>
            <a:lvl1pPr>
              <a:spcBef>
                <a:spcPts val="800"/>
              </a:spcBef>
              <a:defRPr/>
            </a:lvl1pPr>
            <a:lvl2pPr>
              <a:spcBef>
                <a:spcPts val="800"/>
              </a:spcBef>
              <a:defRPr/>
            </a:lvl2pPr>
            <a:lvl3pPr>
              <a:spcBef>
                <a:spcPts val="800"/>
              </a:spcBef>
              <a:defRPr/>
            </a:lvl3pPr>
            <a:lvl4pPr>
              <a:spcBef>
                <a:spcPts val="800"/>
              </a:spcBef>
              <a:defRPr/>
            </a:lvl4pPr>
            <a:lvl5pPr>
              <a:spcBef>
                <a:spcPts val="800"/>
              </a:spcBef>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AE81661-2611-B025-36FA-EB8AB2F33657}"/>
              </a:ext>
            </a:extLst>
          </p:cNvPr>
          <p:cNvSpPr>
            <a:spLocks noGrp="1"/>
          </p:cNvSpPr>
          <p:nvPr>
            <p:ph type="title" hasCustomPrompt="1"/>
          </p:nvPr>
        </p:nvSpPr>
        <p:spPr>
          <a:xfrm>
            <a:off x="453080" y="566400"/>
            <a:ext cx="3059124" cy="566928"/>
          </a:xfrm>
        </p:spPr>
        <p:txBody>
          <a:bodyPr/>
          <a:lstStyle>
            <a:lvl1pPr>
              <a:defRPr>
                <a:solidFill>
                  <a:schemeClr val="tx1"/>
                </a:solidFill>
              </a:defRPr>
            </a:lvl1pPr>
          </a:lstStyle>
          <a:p>
            <a:r>
              <a:rPr lang="en-US"/>
              <a:t>Click to edit Title (20 PT)</a:t>
            </a:r>
          </a:p>
        </p:txBody>
      </p:sp>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5" name="Picture Placeholder 4">
            <a:extLst>
              <a:ext uri="{FF2B5EF4-FFF2-40B4-BE49-F238E27FC236}">
                <a16:creationId xmlns:a16="http://schemas.microsoft.com/office/drawing/2014/main" id="{B9741379-829B-FA87-7E31-99F8FE1A02C6}"/>
              </a:ext>
            </a:extLst>
          </p:cNvPr>
          <p:cNvSpPr>
            <a:spLocks noGrp="1"/>
          </p:cNvSpPr>
          <p:nvPr>
            <p:ph type="pic" sz="quarter" idx="14"/>
          </p:nvPr>
        </p:nvSpPr>
        <p:spPr>
          <a:xfrm>
            <a:off x="3829878" y="556799"/>
            <a:ext cx="8362122" cy="5834056"/>
          </a:xfrm>
        </p:spPr>
        <p:txBody>
          <a:bodyPr/>
          <a:lstStyle/>
          <a:p>
            <a:endParaRPr lang="en-US"/>
          </a:p>
        </p:txBody>
      </p:sp>
    </p:spTree>
    <p:extLst>
      <p:ext uri="{BB962C8B-B14F-4D97-AF65-F5344CB8AC3E}">
        <p14:creationId xmlns:p14="http://schemas.microsoft.com/office/powerpoint/2010/main" val="42223888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1F75B98A-BE8B-4285-CF5F-D2ED75178BBB}"/>
              </a:ext>
            </a:extLst>
          </p:cNvPr>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5" name="Picture Placeholder 4">
            <a:extLst>
              <a:ext uri="{FF2B5EF4-FFF2-40B4-BE49-F238E27FC236}">
                <a16:creationId xmlns:a16="http://schemas.microsoft.com/office/drawing/2014/main" id="{B9741379-829B-FA87-7E31-99F8FE1A02C6}"/>
              </a:ext>
            </a:extLst>
          </p:cNvPr>
          <p:cNvSpPr>
            <a:spLocks noGrp="1"/>
          </p:cNvSpPr>
          <p:nvPr>
            <p:ph type="pic" sz="quarter" idx="14"/>
          </p:nvPr>
        </p:nvSpPr>
        <p:spPr>
          <a:xfrm>
            <a:off x="0" y="688440"/>
            <a:ext cx="6070589" cy="5712352"/>
          </a:xfrm>
        </p:spPr>
        <p:txBody>
          <a:bodyPr/>
          <a:lstStyle/>
          <a:p>
            <a:endParaRPr lang="en-US"/>
          </a:p>
        </p:txBody>
      </p:sp>
      <p:cxnSp>
        <p:nvCxnSpPr>
          <p:cNvPr id="4" name="Straight Connector 3">
            <a:extLst>
              <a:ext uri="{FF2B5EF4-FFF2-40B4-BE49-F238E27FC236}">
                <a16:creationId xmlns:a16="http://schemas.microsoft.com/office/drawing/2014/main" id="{1B12343D-CE5D-FC09-DA0D-7751E73C3B6B}"/>
              </a:ext>
            </a:extLst>
          </p:cNvPr>
          <p:cNvCxnSpPr/>
          <p:nvPr userDrawn="1"/>
        </p:nvCxnSpPr>
        <p:spPr>
          <a:xfrm>
            <a:off x="0" y="68844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4A48581-1D4A-B199-70D7-999CD0B575F6}"/>
              </a:ext>
            </a:extLst>
          </p:cNvPr>
          <p:cNvCxnSpPr>
            <a:cxnSpLocks/>
          </p:cNvCxnSpPr>
          <p:nvPr userDrawn="1"/>
        </p:nvCxnSpPr>
        <p:spPr>
          <a:xfrm>
            <a:off x="11724461" y="688440"/>
            <a:ext cx="0" cy="571236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49E9552A-4B4D-4ED4-9694-1FFF7FAA3BA9}"/>
              </a:ext>
            </a:extLst>
          </p:cNvPr>
          <p:cNvGrpSpPr/>
          <p:nvPr userDrawn="1"/>
        </p:nvGrpSpPr>
        <p:grpSpPr>
          <a:xfrm>
            <a:off x="6520379" y="1059161"/>
            <a:ext cx="912082" cy="827850"/>
            <a:chOff x="6520379" y="1059161"/>
            <a:chExt cx="912082" cy="827850"/>
          </a:xfrm>
        </p:grpSpPr>
        <p:sp>
          <p:nvSpPr>
            <p:cNvPr id="16" name="Freeform 15">
              <a:extLst>
                <a:ext uri="{FF2B5EF4-FFF2-40B4-BE49-F238E27FC236}">
                  <a16:creationId xmlns:a16="http://schemas.microsoft.com/office/drawing/2014/main" id="{ACCD3B0A-2457-58E9-FFFD-D777C303014E}"/>
                </a:ext>
              </a:extLst>
            </p:cNvPr>
            <p:cNvSpPr/>
            <p:nvPr/>
          </p:nvSpPr>
          <p:spPr>
            <a:xfrm>
              <a:off x="6520379" y="1059161"/>
              <a:ext cx="390892" cy="827850"/>
            </a:xfrm>
            <a:custGeom>
              <a:avLst/>
              <a:gdLst>
                <a:gd name="connsiteX0" fmla="*/ 279676 w 390892"/>
                <a:gd name="connsiteY0" fmla="*/ 0 h 827850"/>
                <a:gd name="connsiteX1" fmla="*/ 371811 w 390892"/>
                <a:gd name="connsiteY1" fmla="*/ 92134 h 827850"/>
                <a:gd name="connsiteX2" fmla="*/ 130297 w 390892"/>
                <a:gd name="connsiteY2" fmla="*/ 333647 h 827850"/>
                <a:gd name="connsiteX3" fmla="*/ 130297 w 390892"/>
                <a:gd name="connsiteY3" fmla="*/ 371810 h 827850"/>
                <a:gd name="connsiteX4" fmla="*/ 390892 w 390892"/>
                <a:gd name="connsiteY4" fmla="*/ 371810 h 827850"/>
                <a:gd name="connsiteX5" fmla="*/ 390892 w 390892"/>
                <a:gd name="connsiteY5" fmla="*/ 827850 h 827850"/>
                <a:gd name="connsiteX6" fmla="*/ 0 w 390892"/>
                <a:gd name="connsiteY6" fmla="*/ 827850 h 827850"/>
                <a:gd name="connsiteX7" fmla="*/ 0 w 390892"/>
                <a:gd name="connsiteY7" fmla="*/ 279676 h 827850"/>
                <a:gd name="connsiteX8" fmla="*/ 279676 w 390892"/>
                <a:gd name="connsiteY8" fmla="*/ 0 h 82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892" h="827850">
                  <a:moveTo>
                    <a:pt x="279676" y="0"/>
                  </a:moveTo>
                  <a:lnTo>
                    <a:pt x="371811" y="92134"/>
                  </a:lnTo>
                  <a:lnTo>
                    <a:pt x="130297" y="333647"/>
                  </a:lnTo>
                  <a:lnTo>
                    <a:pt x="130297" y="371810"/>
                  </a:lnTo>
                  <a:lnTo>
                    <a:pt x="390892" y="371810"/>
                  </a:lnTo>
                  <a:lnTo>
                    <a:pt x="390892" y="827850"/>
                  </a:lnTo>
                  <a:lnTo>
                    <a:pt x="0" y="827850"/>
                  </a:lnTo>
                  <a:lnTo>
                    <a:pt x="0" y="279676"/>
                  </a:lnTo>
                  <a:lnTo>
                    <a:pt x="279676" y="0"/>
                  </a:lnTo>
                  <a:close/>
                </a:path>
              </a:pathLst>
            </a:custGeom>
            <a:solidFill>
              <a:schemeClr val="accent4"/>
            </a:solidFill>
            <a:ln w="64889"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67E6705-3CE4-81CE-F5D7-77A46736A80C}"/>
                </a:ext>
              </a:extLst>
            </p:cNvPr>
            <p:cNvSpPr/>
            <p:nvPr/>
          </p:nvSpPr>
          <p:spPr>
            <a:xfrm>
              <a:off x="7041569" y="1059161"/>
              <a:ext cx="390892" cy="827850"/>
            </a:xfrm>
            <a:custGeom>
              <a:avLst/>
              <a:gdLst>
                <a:gd name="connsiteX0" fmla="*/ 390892 w 390892"/>
                <a:gd name="connsiteY0" fmla="*/ 371810 h 827850"/>
                <a:gd name="connsiteX1" fmla="*/ 130297 w 390892"/>
                <a:gd name="connsiteY1" fmla="*/ 371810 h 827850"/>
                <a:gd name="connsiteX2" fmla="*/ 130297 w 390892"/>
                <a:gd name="connsiteY2" fmla="*/ 333647 h 827850"/>
                <a:gd name="connsiteX3" fmla="*/ 371810 w 390892"/>
                <a:gd name="connsiteY3" fmla="*/ 92134 h 827850"/>
                <a:gd name="connsiteX4" fmla="*/ 279677 w 390892"/>
                <a:gd name="connsiteY4" fmla="*/ 0 h 827850"/>
                <a:gd name="connsiteX5" fmla="*/ 0 w 390892"/>
                <a:gd name="connsiteY5" fmla="*/ 279676 h 827850"/>
                <a:gd name="connsiteX6" fmla="*/ 0 w 390892"/>
                <a:gd name="connsiteY6" fmla="*/ 827850 h 827850"/>
                <a:gd name="connsiteX7" fmla="*/ 390892 w 390892"/>
                <a:gd name="connsiteY7" fmla="*/ 827850 h 827850"/>
                <a:gd name="connsiteX8" fmla="*/ 390892 w 390892"/>
                <a:gd name="connsiteY8" fmla="*/ 371810 h 82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892" h="827850">
                  <a:moveTo>
                    <a:pt x="390892" y="371810"/>
                  </a:moveTo>
                  <a:lnTo>
                    <a:pt x="130297" y="371810"/>
                  </a:lnTo>
                  <a:lnTo>
                    <a:pt x="130297" y="333647"/>
                  </a:lnTo>
                  <a:lnTo>
                    <a:pt x="371810" y="92134"/>
                  </a:lnTo>
                  <a:lnTo>
                    <a:pt x="279677" y="0"/>
                  </a:lnTo>
                  <a:lnTo>
                    <a:pt x="0" y="279676"/>
                  </a:lnTo>
                  <a:lnTo>
                    <a:pt x="0" y="827850"/>
                  </a:lnTo>
                  <a:lnTo>
                    <a:pt x="390892" y="827850"/>
                  </a:lnTo>
                  <a:lnTo>
                    <a:pt x="390892" y="371810"/>
                  </a:lnTo>
                  <a:close/>
                </a:path>
              </a:pathLst>
            </a:custGeom>
            <a:solidFill>
              <a:schemeClr val="accent4"/>
            </a:solidFill>
            <a:ln w="64889" cap="flat">
              <a:noFill/>
              <a:prstDash val="solid"/>
              <a:miter/>
            </a:ln>
          </p:spPr>
          <p:txBody>
            <a:bodyPr rtlCol="0" anchor="ctr"/>
            <a:lstStyle/>
            <a:p>
              <a:endParaRPr lang="en-US"/>
            </a:p>
          </p:txBody>
        </p:sp>
      </p:grpSp>
      <p:sp>
        <p:nvSpPr>
          <p:cNvPr id="14" name="Text Placeholder 13">
            <a:extLst>
              <a:ext uri="{FF2B5EF4-FFF2-40B4-BE49-F238E27FC236}">
                <a16:creationId xmlns:a16="http://schemas.microsoft.com/office/drawing/2014/main" id="{C365E347-297C-EE1A-2840-9853D163D4D5}"/>
              </a:ext>
            </a:extLst>
          </p:cNvPr>
          <p:cNvSpPr>
            <a:spLocks noGrp="1"/>
          </p:cNvSpPr>
          <p:nvPr>
            <p:ph type="body" sz="quarter" idx="15" hasCustomPrompt="1"/>
          </p:nvPr>
        </p:nvSpPr>
        <p:spPr>
          <a:xfrm>
            <a:off x="6520378" y="2155825"/>
            <a:ext cx="4794390" cy="2912563"/>
          </a:xfrm>
        </p:spPr>
        <p:txBody>
          <a:bodyPr/>
          <a:lstStyle>
            <a:lvl1pPr marL="0" indent="0">
              <a:buNone/>
              <a:defRPr sz="1600">
                <a:solidFill>
                  <a:schemeClr val="tx1"/>
                </a:solidFill>
              </a:defRPr>
            </a:lvl1pPr>
          </a:lstStyle>
          <a:p>
            <a:pPr lvl="0"/>
            <a:r>
              <a:rPr lang="en-US"/>
              <a:t>Click to edit Quote (16 PT)</a:t>
            </a:r>
          </a:p>
        </p:txBody>
      </p:sp>
      <p:sp>
        <p:nvSpPr>
          <p:cNvPr id="20" name="Text Placeholder 13">
            <a:extLst>
              <a:ext uri="{FF2B5EF4-FFF2-40B4-BE49-F238E27FC236}">
                <a16:creationId xmlns:a16="http://schemas.microsoft.com/office/drawing/2014/main" id="{09EC3785-9823-A4B6-6E1F-28A7057A4E93}"/>
              </a:ext>
            </a:extLst>
          </p:cNvPr>
          <p:cNvSpPr>
            <a:spLocks noGrp="1"/>
          </p:cNvSpPr>
          <p:nvPr>
            <p:ph type="body" sz="quarter" idx="16" hasCustomPrompt="1"/>
          </p:nvPr>
        </p:nvSpPr>
        <p:spPr>
          <a:xfrm>
            <a:off x="6520378" y="5375565"/>
            <a:ext cx="4794390" cy="423274"/>
          </a:xfrm>
        </p:spPr>
        <p:txBody>
          <a:bodyPr anchor="b"/>
          <a:lstStyle>
            <a:lvl1pPr marL="0" marR="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sz="1400"/>
            </a:lvl1pPr>
          </a:lstStyle>
          <a:p>
            <a:pPr marL="0" marR="0" lvl="0" indent="0" algn="l" defTabSz="914400" rtl="0" eaLnBrk="1" fontAlgn="auto" latinLnBrk="0" hangingPunct="1">
              <a:lnSpc>
                <a:spcPct val="100000"/>
              </a:lnSpc>
              <a:spcBef>
                <a:spcPts val="800"/>
              </a:spcBef>
              <a:spcAft>
                <a:spcPts val="0"/>
              </a:spcAft>
              <a:buClr>
                <a:schemeClr val="tx2"/>
              </a:buClr>
              <a:buSzPct val="120000"/>
              <a:buFont typeface="Arial" panose="020B0604020202020204" pitchFamily="34" charset="0"/>
              <a:buNone/>
              <a:tabLst/>
              <a:defRPr/>
            </a:pPr>
            <a:r>
              <a:rPr lang="en-US"/>
              <a:t>Click to edit Quote Name (14 PT)</a:t>
            </a:r>
          </a:p>
        </p:txBody>
      </p:sp>
    </p:spTree>
    <p:extLst>
      <p:ext uri="{BB962C8B-B14F-4D97-AF65-F5344CB8AC3E}">
        <p14:creationId xmlns:p14="http://schemas.microsoft.com/office/powerpoint/2010/main" val="9611393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 Cover">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F9821A-4B30-6139-EBCB-945709326B17}"/>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3E90508-1907-123C-AD90-5F930D9F5487}"/>
              </a:ext>
            </a:extLst>
          </p:cNvPr>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6AF2B69A-C161-57D7-C1E5-3E2D9682F67B}"/>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grpSp>
        <p:nvGrpSpPr>
          <p:cNvPr id="9" name="Group 8">
            <a:extLst>
              <a:ext uri="{FF2B5EF4-FFF2-40B4-BE49-F238E27FC236}">
                <a16:creationId xmlns:a16="http://schemas.microsoft.com/office/drawing/2014/main" id="{CEE1517B-8E5A-F8C5-9FE8-4A083AFFAFB4}"/>
              </a:ext>
            </a:extLst>
          </p:cNvPr>
          <p:cNvGrpSpPr/>
          <p:nvPr userDrawn="1"/>
        </p:nvGrpSpPr>
        <p:grpSpPr>
          <a:xfrm>
            <a:off x="480540" y="2381569"/>
            <a:ext cx="11230920" cy="1637662"/>
            <a:chOff x="588922" y="596464"/>
            <a:chExt cx="10697007" cy="1559809"/>
          </a:xfrm>
        </p:grpSpPr>
        <p:pic>
          <p:nvPicPr>
            <p:cNvPr id="10" name="Graphic 9">
              <a:extLst>
                <a:ext uri="{FF2B5EF4-FFF2-40B4-BE49-F238E27FC236}">
                  <a16:creationId xmlns:a16="http://schemas.microsoft.com/office/drawing/2014/main" id="{217A248E-5FAF-9456-FB09-F4ED1AC53BD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8922" y="596464"/>
              <a:ext cx="7799041" cy="1559809"/>
            </a:xfrm>
            <a:prstGeom prst="rect">
              <a:avLst/>
            </a:prstGeom>
          </p:spPr>
        </p:pic>
        <p:pic>
          <p:nvPicPr>
            <p:cNvPr id="11" name="Graphic 10">
              <a:extLst>
                <a:ext uri="{FF2B5EF4-FFF2-40B4-BE49-F238E27FC236}">
                  <a16:creationId xmlns:a16="http://schemas.microsoft.com/office/drawing/2014/main" id="{3AF6563A-0C4B-ED7F-B9AD-D9E194E86B0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31927716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E650F-9DC1-0C8B-F120-FB8B5C06C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64D44-1ED2-7DE7-51F8-3FD092A6C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22746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DA3E84A-0C56-B13A-B3AA-7AD25D80543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57125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theme" Target="../theme/theme1.xml"/><Relationship Id="rId43" Type="http://schemas.openxmlformats.org/officeDocument/2006/relationships/tags" Target="../tags/tag2.xml"/><Relationship Id="rId44" Type="http://schemas.openxmlformats.org/officeDocument/2006/relationships/oleObject" Target="../embeddings/oleObject1.bin"/><Relationship Id="rId45" Type="http://schemas.openxmlformats.org/officeDocument/2006/relationships/image" Target="../media/image1.emf"/><Relationship Id="rId46"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3C212BF-5F5A-EA93-6D0C-45E894050E50}"/>
              </a:ext>
            </a:extLst>
          </p:cNvPr>
          <p:cNvGraphicFramePr>
            <a:graphicFrameLocks/>
          </p:cNvGraphicFramePr>
          <p:nvPr userDrawn="1">
            <p:custDataLst>
              <p:tags r:id="rId43"/>
            </p:custDataLst>
            <p:extLst>
              <p:ext uri="{D42A27DB-BD31-4B8C-83A1-F6EECF244321}">
                <p14:modId xmlns:p14="http://schemas.microsoft.com/office/powerpoint/2010/main" val="3482218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404" imgH="405" progId="TCLayout.ActiveDocument.1">
                  <p:embed/>
                </p:oleObj>
              </mc:Choice>
              <mc:Fallback>
                <p:oleObj name="think-cell Slide" r:id="rId44" imgW="404" imgH="405" progId="TCLayout.ActiveDocument.1">
                  <p:embed/>
                  <p:pic>
                    <p:nvPicPr>
                      <p:cNvPr id="4" name="think-cell data - do not delete" hidden="1">
                        <a:extLst>
                          <a:ext uri="{FF2B5EF4-FFF2-40B4-BE49-F238E27FC236}">
                            <a16:creationId xmlns:a16="http://schemas.microsoft.com/office/drawing/2014/main" id="{63C212BF-5F5A-EA93-6D0C-45E894050E50}"/>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CB3B9CCE-3A46-07D8-6DF1-9C9070F98C7B}"/>
              </a:ext>
            </a:extLst>
          </p:cNvPr>
          <p:cNvSpPr>
            <a:spLocks noGrp="1"/>
          </p:cNvSpPr>
          <p:nvPr>
            <p:ph type="title"/>
          </p:nvPr>
        </p:nvSpPr>
        <p:spPr>
          <a:xfrm>
            <a:off x="452702" y="566399"/>
            <a:ext cx="11282100" cy="566919"/>
          </a:xfrm>
          <a:prstGeom prst="rect">
            <a:avLst/>
          </a:prstGeom>
        </p:spPr>
        <p:txBody>
          <a:bodyPr vert="horz" wrap="square" lIns="0" tIns="0" rIns="0" bIns="0" rtlCol="0" anchor="t">
            <a:noAutofit/>
          </a:bodyPr>
          <a:lstStyle/>
          <a:p>
            <a:r>
              <a:rPr lang="en-US"/>
              <a:t>Click to edit Master Title (20 PT)</a:t>
            </a:r>
            <a:br>
              <a:rPr lang="en-US"/>
            </a:br>
            <a:br>
              <a:rPr lang="en-US"/>
            </a:br>
            <a:endParaRPr lang="en-US"/>
          </a:p>
        </p:txBody>
      </p:sp>
      <p:cxnSp>
        <p:nvCxnSpPr>
          <p:cNvPr id="10" name="Straight Connector 9">
            <a:extLst>
              <a:ext uri="{FF2B5EF4-FFF2-40B4-BE49-F238E27FC236}">
                <a16:creationId xmlns:a16="http://schemas.microsoft.com/office/drawing/2014/main" id="{2869F1D7-C93D-01E0-1F99-0501D0AEB39E}"/>
              </a:ext>
            </a:extLst>
          </p:cNvPr>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6" name="Text Placeholder 25">
            <a:extLst>
              <a:ext uri="{FF2B5EF4-FFF2-40B4-BE49-F238E27FC236}">
                <a16:creationId xmlns:a16="http://schemas.microsoft.com/office/drawing/2014/main" id="{AA4ACFDC-DE5F-B4DE-FACC-6775D756E59F}"/>
              </a:ext>
            </a:extLst>
          </p:cNvPr>
          <p:cNvSpPr>
            <a:spLocks noGrp="1"/>
          </p:cNvSpPr>
          <p:nvPr>
            <p:ph type="body" idx="1"/>
          </p:nvPr>
        </p:nvSpPr>
        <p:spPr>
          <a:xfrm>
            <a:off x="452701" y="1424682"/>
            <a:ext cx="11282099" cy="4712654"/>
          </a:xfrm>
          <a:prstGeom prst="rect">
            <a:avLst/>
          </a:prstGeom>
        </p:spPr>
        <p:txBody>
          <a:bodyPr vert="horz" lIns="0" tIns="0" rIns="0" bIns="0" rtlCol="0">
            <a:noAutofit/>
          </a:bodyPr>
          <a:lstStyle/>
          <a:p>
            <a:pPr lvl="0"/>
            <a:r>
              <a:rPr lang="en-US"/>
              <a:t>Click to edit Master text styles (12 PT)</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5FF0013D-DACF-8352-205C-8900EB70F3FE}"/>
              </a:ext>
            </a:extLst>
          </p:cNvPr>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Arial" panose="020B0604020202020204"/>
                <a:ea typeface="+mn-ea"/>
                <a:cs typeface="+mn-cs"/>
              </a:rPr>
              <a:t>SARONIC PROPRIETARY AND CONFIDENTIAL</a:t>
            </a:r>
          </a:p>
        </p:txBody>
      </p:sp>
      <p:sp>
        <p:nvSpPr>
          <p:cNvPr id="12" name="TextBox 11">
            <a:extLst>
              <a:ext uri="{FF2B5EF4-FFF2-40B4-BE49-F238E27FC236}">
                <a16:creationId xmlns:a16="http://schemas.microsoft.com/office/drawing/2014/main" id="{4181279B-CEC8-CD16-506A-74F5486BE2D0}"/>
              </a:ext>
            </a:extLst>
          </p:cNvPr>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tx2"/>
                </a:solidFill>
              </a:rPr>
              <a:pPr algn="ctr"/>
              <a:t>‹#›</a:t>
            </a:fld>
            <a:endParaRPr lang="en-US" sz="800">
              <a:solidFill>
                <a:schemeClr val="tx2"/>
              </a:solidFill>
            </a:endParaRPr>
          </a:p>
        </p:txBody>
      </p:sp>
      <p:cxnSp>
        <p:nvCxnSpPr>
          <p:cNvPr id="20" name="Straight Connector 19">
            <a:extLst>
              <a:ext uri="{FF2B5EF4-FFF2-40B4-BE49-F238E27FC236}">
                <a16:creationId xmlns:a16="http://schemas.microsoft.com/office/drawing/2014/main" id="{ECB60CB8-2219-EEA6-3D92-B761F91DB4C8}"/>
              </a:ext>
            </a:extLst>
          </p:cNvPr>
          <p:cNvCxnSpPr>
            <a:cxnSpLocks/>
          </p:cNvCxnSpPr>
          <p:nvPr userDrawn="1"/>
        </p:nvCxnSpPr>
        <p:spPr>
          <a:xfrm>
            <a:off x="457193"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2411791-03B2-98E3-02A8-66C65C20EE63}"/>
              </a:ext>
            </a:extLst>
          </p:cNvPr>
          <p:cNvCxnSpPr>
            <a:cxnSpLocks/>
          </p:cNvCxnSpPr>
          <p:nvPr userDrawn="1"/>
        </p:nvCxnSpPr>
        <p:spPr>
          <a:xfrm>
            <a:off x="11724461"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495E627F-456E-372B-BBDC-259DCB06C6B2}"/>
              </a:ext>
            </a:extLst>
          </p:cNvPr>
          <p:cNvPicPr>
            <a:picLocks noChangeAspect="1"/>
          </p:cNvPicPr>
          <p:nvPr userDrawn="1"/>
        </p:nvPicPr>
        <p:blipFill>
          <a:blip>
            <a:extLst>
              <a:ext uri="{96DAC541-7B7A-43D3-8B79-37D633B846F1}">
                <asvg:svgBlip xmlns:asvg="http://schemas.microsoft.com/office/drawing/2016/SVG/main" r:embed="rId46"/>
              </a:ext>
            </a:extLst>
          </a:blip>
          <a:stretch>
            <a:fillRect/>
          </a:stretch>
        </p:blipFill>
        <p:spPr>
          <a:xfrm>
            <a:off x="115439" y="6477927"/>
            <a:ext cx="226315" cy="301753"/>
          </a:xfrm>
          <a:prstGeom prst="rect">
            <a:avLst/>
          </a:prstGeom>
        </p:spPr>
      </p:pic>
    </p:spTree>
    <p:extLst>
      <p:ext uri="{BB962C8B-B14F-4D97-AF65-F5344CB8AC3E}">
        <p14:creationId xmlns:p14="http://schemas.microsoft.com/office/powerpoint/2010/main" val="833979895"/>
      </p:ext>
    </p:extLst>
  </p:cSld>
  <p:clrMap bg1="lt1" tx1="dk1" bg2="lt2" tx2="dk2" accent1="accent1" accent2="accent2" accent3="accent3" accent4="accent4" accent5="accent5" accent6="accent6" hlink="hlink" folHlink="folHlink"/>
  <p:sldLayoutIdLst>
    <p:sldLayoutId id="2147483674" r:id="rId1"/>
    <p:sldLayoutId id="2147483655" r:id="rId2"/>
    <p:sldLayoutId id="2147483653" r:id="rId3"/>
    <p:sldLayoutId id="2147483654" r:id="rId4"/>
    <p:sldLayoutId id="2147483651" r:id="rId5"/>
    <p:sldLayoutId id="2147483652" r:id="rId6"/>
    <p:sldLayoutId id="2147483650" r:id="rId7"/>
    <p:sldLayoutId id="2147483656" r:id="rId8"/>
    <p:sldLayoutId id="2147483684" r:id="rId9"/>
    <p:sldLayoutId id="2147483657" r:id="rId10"/>
    <p:sldLayoutId id="2147483685" r:id="rId11"/>
    <p:sldLayoutId id="2147483658" r:id="rId12"/>
    <p:sldLayoutId id="2147483661" r:id="rId13"/>
    <p:sldLayoutId id="2147483670" r:id="rId14"/>
    <p:sldLayoutId id="2147483686" r:id="rId15"/>
    <p:sldLayoutId id="2147483688" r:id="rId16"/>
    <p:sldLayoutId id="2147483671" r:id="rId17"/>
    <p:sldLayoutId id="2147483649" r:id="rId18"/>
    <p:sldLayoutId id="2147483669" r:id="rId19"/>
    <p:sldLayoutId id="2147483668" r:id="rId20"/>
    <p:sldLayoutId id="2147483662" r:id="rId21"/>
    <p:sldLayoutId id="2147483664" r:id="rId22"/>
    <p:sldLayoutId id="2147483663" r:id="rId23"/>
    <p:sldLayoutId id="2147483675" r:id="rId24"/>
    <p:sldLayoutId id="2147483678" r:id="rId25"/>
    <p:sldLayoutId id="2147483679" r:id="rId26"/>
    <p:sldLayoutId id="2147483677" r:id="rId27"/>
    <p:sldLayoutId id="2147483676" r:id="rId28"/>
    <p:sldLayoutId id="2147483665" r:id="rId29"/>
    <p:sldLayoutId id="2147483681" r:id="rId30"/>
    <p:sldLayoutId id="2147483680" r:id="rId31"/>
    <p:sldLayoutId id="2147483666" r:id="rId32"/>
    <p:sldLayoutId id="2147483689" r:id="rId33"/>
    <p:sldLayoutId id="2147483683" r:id="rId34"/>
    <p:sldLayoutId id="2147483682" r:id="rId35"/>
    <p:sldLayoutId id="2147483667" r:id="rId36"/>
    <p:sldLayoutId id="2147483672" r:id="rId37"/>
    <p:sldLayoutId id="2147483673" r:id="rId38"/>
    <p:sldLayoutId id="2147483660" r:id="rId39"/>
    <p:sldLayoutId id="2147483690" r:id="rId40"/>
    <p:sldLayoutId id="2147483691" r:id="rId41"/>
  </p:sldLayoutIdLst>
  <p:txStyles>
    <p:titleStyle>
      <a:lvl1pPr algn="l" defTabSz="914400" rtl="0" eaLnBrk="1" latinLnBrk="0" hangingPunct="1">
        <a:lnSpc>
          <a:spcPct val="100000"/>
        </a:lnSpc>
        <a:spcBef>
          <a:spcPct val="0"/>
        </a:spcBef>
        <a:buNone/>
        <a:defRPr sz="2000" kern="1200">
          <a:solidFill>
            <a:schemeClr val="tx1"/>
          </a:solidFill>
          <a:latin typeface="+mj-lt"/>
          <a:ea typeface="+mj-ea"/>
          <a:cs typeface="+mj-cs"/>
        </a:defRPr>
      </a:lvl1pPr>
    </p:titleStyle>
    <p:bodyStyle>
      <a:lvl1pPr marL="120650" indent="-120650"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1pPr>
      <a:lvl2pPr marL="233363" indent="-117475"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2pPr>
      <a:lvl3pPr marL="350838" indent="-117475" algn="l" defTabSz="914400" rtl="0" eaLnBrk="1" latinLnBrk="0" hangingPunct="1">
        <a:lnSpc>
          <a:spcPct val="100000"/>
        </a:lnSpc>
        <a:spcBef>
          <a:spcPts val="800"/>
        </a:spcBef>
        <a:buClr>
          <a:schemeClr val="tx2"/>
        </a:buClr>
        <a:buSzPct val="90000"/>
        <a:buFont typeface="Wingdings" pitchFamily="2" charset="2"/>
        <a:buChar char="§"/>
        <a:tabLst/>
        <a:defRPr sz="1200" kern="1200">
          <a:solidFill>
            <a:schemeClr val="tx2"/>
          </a:solidFill>
          <a:latin typeface="+mn-lt"/>
          <a:ea typeface="+mn-ea"/>
          <a:cs typeface="+mn-cs"/>
        </a:defRPr>
      </a:lvl3pPr>
      <a:lvl4pPr marL="463550" indent="-111125"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4pPr>
      <a:lvl5pPr marL="573088" indent="-109538"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April 2026</a:t>
            </a:r>
          </a:p>
        </p:txBody>
      </p:sp>
      <p:sp>
        <p:nvSpPr>
          <p:cNvPr id="3" name="Text Placeholder 2"/>
          <p:cNvSpPr>
            <a:spLocks noGrp="1"/>
          </p:cNvSpPr>
          <p:nvPr>
            <p:ph type="body" idx="12" sz="quarter"/>
          </p:nvPr>
        </p:nvSpPr>
        <p:spPr/>
        <p:txBody>
          <a:bodyPr/>
          <a:lstStyle/>
          <a:p>
            <a:r>
              <a:t>US Surface Vessel MRO Market Sizing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graphicFrame>
        <p:nvGraphicFramePr>
          <p:cNvPr id="6" name="overview_left_table"/>
          <p:cNvGraphicFramePr>
            <a:graphicFrameLocks noGrp="1"/>
          </p:cNvGraphicFramePr>
          <p:nvPr/>
        </p:nvGraphicFramePr>
        <p:xfrm>
          <a:off x="457200" y="1508760"/>
          <a:ext cx="5212080" cy="4087367"/>
        </p:xfrm>
        <a:graphic>
          <a:graphicData uri="http://schemas.openxmlformats.org/drawingml/2006/table">
            <a:tbl>
              <a:tblPr>
                <a:tableStyleId>{5C22544A-7EE6-4342-B048-85BDC9FD1C3A}</a:tableStyleId>
              </a:tblPr>
              <a:tblGrid>
                <a:gridCol w="5212080"/>
              </a:tblGrid>
              <a:tr h="411480">
                <a:tc>
                  <a:txBody>
                    <a:bodyPr wrap="square"/>
                    <a:lstStyle/>
                    <a:p>
                      <a:pPr algn="l"/>
                      <a:r>
                        <a:rPr sz="1600" b="1" i="0">
                          <a:solidFill>
                            <a:srgbClr val="F2F2F2"/>
                          </a:solidFill>
                          <a:latin typeface="Arial"/>
                        </a:rPr>
                        <a:t>Context</a:t>
                      </a:r>
                    </a:p>
                  </a:txBody>
                  <a:tcPr anchor="b" marL="0" marR="0" marT="0" marB="45720">
                    <a:lnL w="12700" cap="flat" cmpd="sng" algn="ctr">
                      <a:noFill/>
                      <a:prstDash val="solid"/>
                    </a:lnL>
                    <a:lnR w="12700" cap="flat" cmpd="sng" algn="ctr">
                      <a:noFill/>
                      <a:prstDash val="solid"/>
                    </a:lnR>
                    <a:lnT w="12700" cap="flat" cmpd="sng" algn="ctr">
                      <a:noFill/>
                      <a:prstDash val="solid"/>
                    </a:lnT>
                    <a:lnB w="12700" cap="flat" cmpd="sng" algn="ctr">
                      <a:solidFill>
                        <a:srgbClr val="F2F2F2"/>
                      </a:solidFill>
                      <a:prstDash val="solid"/>
                    </a:lnB>
                    <a:noFill/>
                  </a:tcPr>
                </a:tc>
              </a:tr>
              <a:tr h="3675887">
                <a:tc>
                  <a:txBody>
                    <a:bodyPr wrap="square"/>
                    <a:lstStyle/>
                    <a:p>
                      <a:pPr algn="l" marL="171450" indent="-171450">
                        <a:buChar char="•"/>
                      </a:pPr>
                      <a:r>
                        <a:rPr sz="1400" b="0" i="0">
                          <a:solidFill>
                            <a:srgbClr val="F2F2F2"/>
                          </a:solidFill>
                          <a:latin typeface="Arial"/>
                        </a:rPr>
                        <a:t>ASV maker building Gulf yard</a:t>
                      </a:r>
                    </a:p>
                    <a:p>
                      <a:pPr algn="l" marL="171450" indent="-171450">
                        <a:buChar char="•"/>
                      </a:pPr>
                      <a:r>
                        <a:rPr sz="1400" b="0" i="0">
                          <a:solidFill>
                            <a:srgbClr val="F2F2F2"/>
                          </a:solidFill>
                          <a:latin typeface="Arial"/>
                        </a:rPr>
                        <a:t>Surface MRO ~$9B adjacency</a:t>
                      </a:r>
                    </a:p>
                    <a:p>
                      <a:pPr algn="l" marL="171450" indent="-171450">
                        <a:buChar char="•"/>
                      </a:pPr>
                      <a:r>
                        <a:rPr sz="1400" b="0" i="0">
                          <a:solidFill>
                            <a:srgbClr val="F2F2F2"/>
                          </a:solidFill>
                          <a:latin typeface="Arial"/>
                        </a:rPr>
                        <a:t>Incumbent yards saturated</a:t>
                      </a:r>
                    </a:p>
                    <a:p>
                      <a:pPr algn="l" marL="171450" indent="-171450">
                        <a:buChar char="•"/>
                      </a:pPr>
                      <a:r>
                        <a:rPr sz="1400" b="0" i="0">
                          <a:solidFill>
                            <a:srgbClr val="F2F2F2"/>
                          </a:solidFill>
                          <a:latin typeface="Arial"/>
                        </a:rPr>
                        <a:t>ASV sustainment ramps</a:t>
                      </a:r>
                    </a:p>
                    <a:p>
                      <a:pPr algn="l" marL="171450" indent="-171450">
                        <a:buChar char="•"/>
                      </a:pPr>
                      <a:r>
                        <a:rPr sz="1400" b="0" i="0">
                          <a:solidFill>
                            <a:srgbClr val="F2F2F2"/>
                          </a:solidFill>
                          <a:latin typeface="Arial"/>
                        </a:rPr>
                        <a:t>USCG demand steady-state</a:t>
                      </a:r>
                    </a:p>
                  </a:txBody>
                  <a:tcPr anchor="t" marL="0" marR="0" marT="91440" marB="0">
                    <a:lnL w="12700" cap="flat" cmpd="sng" algn="ctr">
                      <a:noFill/>
                      <a:prstDash val="solid"/>
                    </a:lnL>
                    <a:lnR w="12700" cap="flat" cmpd="sng" algn="ctr">
                      <a:noFill/>
                      <a:prstDash val="solid"/>
                    </a:lnR>
                    <a:lnT w="12700" cap="flat" cmpd="sng" algn="ctr">
                      <a:solidFill>
                        <a:srgbClr val="F2F2F2"/>
                      </a:solidFill>
                      <a:prstDash val="solid"/>
                    </a:lnT>
                    <a:lnB w="12700" cap="flat" cmpd="sng" algn="ctr">
                      <a:noFill/>
                      <a:prstDash val="solid"/>
                    </a:lnB>
                    <a:noFill/>
                  </a:tcPr>
                </a:tc>
              </a:tr>
            </a:tbl>
          </a:graphicData>
        </a:graphic>
      </p:graphicFrame>
      <p:graphicFrame>
        <p:nvGraphicFramePr>
          <p:cNvPr id="7" name="overview_right_table"/>
          <p:cNvGraphicFramePr>
            <a:graphicFrameLocks noGrp="1"/>
          </p:cNvGraphicFramePr>
          <p:nvPr/>
        </p:nvGraphicFramePr>
        <p:xfrm>
          <a:off x="6409944" y="1508760"/>
          <a:ext cx="5212080" cy="4370832"/>
        </p:xfrm>
        <a:graphic>
          <a:graphicData uri="http://schemas.openxmlformats.org/drawingml/2006/table">
            <a:tbl>
              <a:tblPr>
                <a:tableStyleId>{5C22544A-7EE6-4342-B048-85BDC9FD1C3A}</a:tableStyleId>
              </a:tblPr>
              <a:tblGrid>
                <a:gridCol w="5212080"/>
              </a:tblGrid>
              <a:tr h="411480">
                <a:tc>
                  <a:txBody>
                    <a:bodyPr wrap="square"/>
                    <a:lstStyle/>
                    <a:p>
                      <a:pPr algn="l"/>
                      <a:r>
                        <a:rPr sz="1600" b="1" i="0">
                          <a:solidFill>
                            <a:srgbClr val="162029"/>
                          </a:solidFill>
                          <a:latin typeface="Arial"/>
                        </a:rPr>
                        <a:t>Objectives of this document</a:t>
                      </a:r>
                    </a:p>
                  </a:txBody>
                  <a:tcPr anchor="b" marL="0" marR="0" marT="0" marB="45720">
                    <a:lnL w="12700" cap="flat" cmpd="sng" algn="ctr">
                      <a:noFill/>
                      <a:prstDash val="solid"/>
                    </a:lnL>
                    <a:lnR w="12700" cap="flat" cmpd="sng" algn="ctr">
                      <a:noFill/>
                      <a:prstDash val="solid"/>
                    </a:lnR>
                    <a:lnT w="12700" cap="flat" cmpd="sng" algn="ctr">
                      <a:noFill/>
                      <a:prstDash val="solid"/>
                    </a:lnT>
                    <a:lnB w="12700" cap="flat" cmpd="sng" algn="ctr">
                      <a:solidFill>
                        <a:srgbClr val="162029"/>
                      </a:solidFill>
                      <a:prstDash val="solid"/>
                    </a:lnB>
                    <a:noFill/>
                  </a:tcPr>
                </a:tc>
              </a:tr>
              <a:tr h="3959352">
                <a:tc>
                  <a:txBody>
                    <a:bodyPr wrap="square"/>
                    <a:lstStyle/>
                    <a:p>
                      <a:pPr algn="l" marL="171450" indent="-171450">
                        <a:buChar char="•"/>
                      </a:pPr>
                      <a:r>
                        <a:rPr sz="1400" b="0" i="0">
                          <a:solidFill>
                            <a:srgbClr val="162029"/>
                          </a:solidFill>
                          <a:latin typeface="Arial"/>
                        </a:rPr>
                        <a:t>Size FY26 surface MRO TAM</a:t>
                      </a:r>
                    </a:p>
                    <a:p>
                      <a:pPr algn="l" marL="171450" indent="-171450">
                        <a:buChar char="•"/>
                      </a:pPr>
                      <a:r>
                        <a:rPr sz="1400" b="0" i="0">
                          <a:solidFill>
                            <a:srgbClr val="162029"/>
                          </a:solidFill>
                          <a:latin typeface="Arial"/>
                        </a:rPr>
                        <a:t>Quantify yard SAM</a:t>
                      </a:r>
                    </a:p>
                    <a:p>
                      <a:pPr algn="l" marL="171450" indent="-171450">
                        <a:buChar char="•"/>
                      </a:pPr>
                      <a:r>
                        <a:rPr sz="1400" b="0" i="0">
                          <a:solidFill>
                            <a:srgbClr val="162029"/>
                          </a:solidFill>
                          <a:latin typeface="Arial"/>
                        </a:rPr>
                        <a:t>Project TCV and ACV</a:t>
                      </a:r>
                    </a:p>
                    <a:p>
                      <a:pPr algn="l" marL="171450" indent="-171450">
                        <a:buChar char="•"/>
                      </a:pPr>
                      <a:r>
                        <a:rPr sz="1400" b="0" i="0">
                          <a:solidFill>
                            <a:srgbClr val="162029"/>
                          </a:solidFill>
                          <a:latin typeface="Arial"/>
                        </a:rPr>
                        <a:t>Triangulate vessel volumes</a:t>
                      </a:r>
                    </a:p>
                    <a:p>
                      <a:pPr algn="l" marL="171450" indent="-171450">
                        <a:buChar char="•"/>
                      </a:pPr>
                      <a:r>
                        <a:rPr sz="1400" b="0" i="0">
                          <a:solidFill>
                            <a:srgbClr val="162029"/>
                          </a:solidFill>
                          <a:latin typeface="Arial"/>
                        </a:rPr>
                        <a:t>Frame capture actions</a:t>
                      </a:r>
                    </a:p>
                  </a:txBody>
                  <a:tcPr anchor="t" marL="0" marR="0" marT="91440" marB="0">
                    <a:lnL w="12700" cap="flat" cmpd="sng" algn="ctr">
                      <a:noFill/>
                      <a:prstDash val="solid"/>
                    </a:lnL>
                    <a:lnR w="12700" cap="flat" cmpd="sng" algn="ctr">
                      <a:noFill/>
                      <a:prstDash val="solid"/>
                    </a:lnR>
                    <a:lnT w="12700" cap="flat" cmpd="sng" algn="ctr">
                      <a:solidFill>
                        <a:srgbClr val="162029"/>
                      </a:solidFill>
                      <a:prstDash val="solid"/>
                    </a:lnT>
                    <a:lnB w="12700" cap="flat" cmpd="sng" algn="ctr">
                      <a:noFill/>
                      <a:prstDash val="solid"/>
                    </a:lnB>
                    <a:noFill/>
                  </a:tcPr>
                </a:tc>
              </a:tr>
            </a:tbl>
          </a:graphicData>
        </a:graphic>
      </p:graphicFrame>
      <p:sp>
        <p:nvSpPr>
          <p:cNvPr id="8" name="preliminary_summary_badge"/>
          <p:cNvSpPr/>
          <p:nvPr/>
        </p:nvSpPr>
        <p:spPr>
          <a:xfrm>
            <a:off x="6409944" y="5879592"/>
            <a:ext cx="5212080" cy="484632"/>
          </a:xfrm>
          <a:prstGeom prst="rect">
            <a:avLst/>
          </a:prstGeom>
          <a:solidFill>
            <a:srgbClr val="FFFFCC"/>
          </a:solid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200" b="1" i="1">
                <a:solidFill>
                  <a:srgbClr val="000000"/>
                </a:solidFill>
                <a:latin typeface="Arial"/>
              </a:rPr>
              <a:t>Answers shown are preliminary; fidelity and insights will increase with further analysis, additional data, and expert input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Market Sizing</a:t>
            </a:r>
            <a:r>
              <a:rPr b="0"/>
              <a:t> / Approach</a:t>
            </a:r>
          </a:p>
        </p:txBody>
      </p:sp>
      <p:sp>
        <p:nvSpPr>
          <p:cNvPr id="3" name="Title 2"/>
          <p:cNvSpPr>
            <a:spLocks noGrp="1"/>
          </p:cNvSpPr>
          <p:nvPr>
            <p:ph type="title"/>
          </p:nvPr>
        </p:nvSpPr>
        <p:spPr/>
        <p:txBody>
          <a:bodyPr/>
          <a:lstStyle/>
          <a:p>
            <a:r>
              <a:t>MRO archetypes | Sizing covers ASV sustainment plus NSV MRO across Navy, USCG, and small commercial — bracketing total yard demand.</a:t>
            </a:r>
          </a:p>
        </p:txBody>
      </p:sp>
      <p:graphicFrame>
        <p:nvGraphicFramePr>
          <p:cNvPr id="4" name="table_attribute_rows"/>
          <p:cNvGraphicFramePr>
            <a:graphicFrameLocks noGrp="1"/>
          </p:cNvGraphicFramePr>
          <p:nvPr/>
        </p:nvGraphicFramePr>
        <p:xfrm>
          <a:off x="457200" y="1463040"/>
          <a:ext cx="11247120" cy="2468880"/>
        </p:xfrm>
        <a:graphic>
          <a:graphicData uri="http://schemas.openxmlformats.org/drawingml/2006/table">
            <a:tbl>
              <a:tblPr>
                <a:tableStyleId>{5C22544A-7EE6-4342-B048-85BDC9FD1C3A}</a:tableStyleId>
              </a:tblPr>
              <a:tblGrid>
                <a:gridCol w="2811780"/>
                <a:gridCol w="2811780"/>
                <a:gridCol w="2811780"/>
                <a:gridCol w="2811780"/>
              </a:tblGrid>
              <a:tr h="411480">
                <a:tc>
                  <a:txBody>
                    <a:bodyPr wrap="square"/>
                    <a:lstStyle/>
                    <a:p>
                      <a:pPr algn="l"/>
                      <a:r>
                        <a:rPr sz="1000" b="0" i="0">
                          <a:solidFill>
                            <a:srgbClr val="000000"/>
                          </a:solidFill>
                          <a:latin typeface="Arial"/>
                        </a:rPr>
                        <a:t/>
                      </a:r>
                    </a:p>
                  </a:txBody>
                  <a:tcPr anchor="b" marL="73152" marR="73152" marT="36576" marB="36576">
                    <a:solidFill>
                      <a:srgbClr val="FFFFFF"/>
                    </a:solidFill>
                  </a:tcPr>
                </a:tc>
                <a:tc>
                  <a:txBody>
                    <a:bodyPr wrap="square"/>
                    <a:lstStyle/>
                    <a:p>
                      <a:pPr algn="ctr"/>
                      <a:r>
                        <a:rPr sz="1200" b="1" i="0">
                          <a:solidFill>
                            <a:srgbClr val="FFFFFF"/>
                          </a:solidFill>
                          <a:latin typeface="Arial"/>
                        </a:rPr>
                        <a:t>ASV MRO (own + partner)</a:t>
                      </a:r>
                    </a:p>
                  </a:txBody>
                  <a:tcPr anchor="ctr" marL="73152" marR="73152" marT="36576" marB="36576">
                    <a:solidFill>
                      <a:srgbClr val="4C6C9C"/>
                    </a:solidFill>
                  </a:tcPr>
                </a:tc>
                <a:tc>
                  <a:txBody>
                    <a:bodyPr wrap="square"/>
                    <a:lstStyle/>
                    <a:p>
                      <a:pPr algn="ctr"/>
                      <a:r>
                        <a:rPr sz="1200" b="1" i="0">
                          <a:solidFill>
                            <a:srgbClr val="FFFFFF"/>
                          </a:solidFill>
                          <a:latin typeface="Arial"/>
                        </a:rPr>
                        <a:t>NSV Navy MRO</a:t>
                      </a:r>
                    </a:p>
                  </a:txBody>
                  <a:tcPr anchor="ctr" marL="73152" marR="73152" marT="36576" marB="36576">
                    <a:solidFill>
                      <a:srgbClr val="4C6C9C"/>
                    </a:solidFill>
                  </a:tcPr>
                </a:tc>
                <a:tc>
                  <a:txBody>
                    <a:bodyPr wrap="square"/>
                    <a:lstStyle/>
                    <a:p>
                      <a:pPr algn="ctr"/>
                      <a:r>
                        <a:rPr sz="1200" b="1" i="0">
                          <a:solidFill>
                            <a:srgbClr val="FFFFFF"/>
                          </a:solidFill>
                          <a:latin typeface="Arial"/>
                        </a:rPr>
                        <a:t>NSV USCG + small commercial</a:t>
                      </a:r>
                    </a:p>
                  </a:txBody>
                  <a:tcPr anchor="ctr" marL="73152" marR="73152" marT="36576" marB="36576">
                    <a:solidFill>
                      <a:srgbClr val="4C6C9C"/>
                    </a:solidFill>
                  </a:tcPr>
                </a:tc>
              </a:tr>
              <a:tr h="411480">
                <a:tc>
                  <a:txBody>
                    <a:bodyPr wrap="square"/>
                    <a:lstStyle/>
                    <a:p>
                      <a:pPr algn="r"/>
                      <a:r>
                        <a:rPr sz="1000" b="1" i="0">
                          <a:solidFill>
                            <a:srgbClr val="162029"/>
                          </a:solidFill>
                          <a:latin typeface="Arial"/>
                        </a:rPr>
                        <a:t>Definition</a:t>
                      </a:r>
                    </a:p>
                  </a:txBody>
                  <a:tcPr anchor="ctr" marL="73152" marR="73152" marT="36576" marB="36576">
                    <a:solidFill>
                      <a:srgbClr val="E4E6E9"/>
                    </a:solidFill>
                  </a:tcPr>
                </a:tc>
                <a:tc>
                  <a:txBody>
                    <a:bodyPr wrap="square"/>
                    <a:lstStyle/>
                    <a:p>
                      <a:pPr algn="ctr"/>
                      <a:r>
                        <a:rPr sz="1000" b="0" i="0">
                          <a:solidFill>
                            <a:srgbClr val="000000"/>
                          </a:solidFill>
                          <a:latin typeface="Arial"/>
                        </a:rPr>
                        <a:t>Unmanned and optionally-manned hulls</a:t>
                      </a:r>
                    </a:p>
                  </a:txBody>
                  <a:tcPr anchor="ctr" marL="73152" marR="73152" marT="36576" marB="36576">
                    <a:solidFill>
                      <a:srgbClr val="FFFFFF"/>
                    </a:solidFill>
                  </a:tcPr>
                </a:tc>
                <a:tc>
                  <a:txBody>
                    <a:bodyPr wrap="square"/>
                    <a:lstStyle/>
                    <a:p>
                      <a:pPr algn="ctr"/>
                      <a:r>
                        <a:rPr sz="1000" b="0" i="0">
                          <a:solidFill>
                            <a:srgbClr val="000000"/>
                          </a:solidFill>
                          <a:latin typeface="Arial"/>
                        </a:rPr>
                        <a:t>Crewed surface combatants and auxiliaries</a:t>
                      </a:r>
                    </a:p>
                  </a:txBody>
                  <a:tcPr anchor="ctr" marL="73152" marR="73152" marT="36576" marB="36576">
                    <a:solidFill>
                      <a:srgbClr val="FFFFFF"/>
                    </a:solidFill>
                  </a:tcPr>
                </a:tc>
                <a:tc>
                  <a:txBody>
                    <a:bodyPr wrap="square"/>
                    <a:lstStyle/>
                    <a:p>
                      <a:pPr algn="ctr"/>
                      <a:r>
                        <a:rPr sz="1000" b="0" i="0">
                          <a:solidFill>
                            <a:srgbClr val="000000"/>
                          </a:solidFill>
                          <a:latin typeface="Arial"/>
                        </a:rPr>
                        <a:t>Cutters, patrol craft, workboats</a:t>
                      </a:r>
                    </a:p>
                  </a:txBody>
                  <a:tcPr anchor="ctr" marL="73152" marR="73152" marT="36576" marB="36576">
                    <a:solidFill>
                      <a:srgbClr val="FFFFFF"/>
                    </a:solidFill>
                  </a:tcPr>
                </a:tc>
              </a:tr>
              <a:tr h="411480">
                <a:tc>
                  <a:txBody>
                    <a:bodyPr wrap="square"/>
                    <a:lstStyle/>
                    <a:p>
                      <a:pPr algn="r"/>
                      <a:r>
                        <a:rPr sz="1000" b="1" i="0">
                          <a:solidFill>
                            <a:srgbClr val="162029"/>
                          </a:solidFill>
                          <a:latin typeface="Arial"/>
                        </a:rPr>
                        <a:t>Customers</a:t>
                      </a:r>
                    </a:p>
                  </a:txBody>
                  <a:tcPr anchor="ctr" marL="73152" marR="73152" marT="36576" marB="36576">
                    <a:solidFill>
                      <a:srgbClr val="E4E6E9"/>
                    </a:solidFill>
                  </a:tcPr>
                </a:tc>
                <a:tc>
                  <a:txBody>
                    <a:bodyPr wrap="square"/>
                    <a:lstStyle/>
                    <a:p>
                      <a:pPr algn="ctr"/>
                      <a:r>
                        <a:rPr sz="1000" b="0" i="0">
                          <a:solidFill>
                            <a:srgbClr val="000000"/>
                          </a:solidFill>
                          <a:latin typeface="Arial"/>
                        </a:rPr>
                        <a:t>USV Sqn, MASC, allied fleets</a:t>
                      </a:r>
                    </a:p>
                  </a:txBody>
                  <a:tcPr anchor="ctr" marL="73152" marR="73152" marT="36576" marB="36576">
                    <a:solidFill>
                      <a:srgbClr val="FFFFFF"/>
                    </a:solidFill>
                  </a:tcPr>
                </a:tc>
                <a:tc>
                  <a:txBody>
                    <a:bodyPr wrap="square"/>
                    <a:lstStyle/>
                    <a:p>
                      <a:pPr algn="ctr"/>
                      <a:r>
                        <a:rPr sz="1000" b="0" i="0">
                          <a:solidFill>
                            <a:srgbClr val="000000"/>
                          </a:solidFill>
                          <a:latin typeface="Arial"/>
                        </a:rPr>
                        <a:t>NAVSEA SEA 21 RMCs, MSC</a:t>
                      </a:r>
                    </a:p>
                  </a:txBody>
                  <a:tcPr anchor="ctr" marL="73152" marR="73152" marT="36576" marB="36576">
                    <a:solidFill>
                      <a:srgbClr val="FFFFFF"/>
                    </a:solidFill>
                  </a:tcPr>
                </a:tc>
                <a:tc>
                  <a:txBody>
                    <a:bodyPr wrap="square"/>
                    <a:lstStyle/>
                    <a:p>
                      <a:pPr algn="ctr"/>
                      <a:r>
                        <a:rPr sz="1000" b="0" i="0">
                          <a:solidFill>
                            <a:srgbClr val="000000"/>
                          </a:solidFill>
                          <a:latin typeface="Arial"/>
                        </a:rPr>
                        <a:t>USCG SFLC, port operators</a:t>
                      </a:r>
                    </a:p>
                  </a:txBody>
                  <a:tcPr anchor="ctr" marL="73152" marR="73152" marT="36576" marB="36576">
                    <a:solidFill>
                      <a:srgbClr val="FFFFFF"/>
                    </a:solidFill>
                  </a:tcPr>
                </a:tc>
              </a:tr>
              <a:tr h="411480">
                <a:tc>
                  <a:txBody>
                    <a:bodyPr wrap="square"/>
                    <a:lstStyle/>
                    <a:p>
                      <a:pPr algn="r"/>
                      <a:r>
                        <a:rPr sz="1000" b="1" i="0">
                          <a:solidFill>
                            <a:srgbClr val="162029"/>
                          </a:solidFill>
                          <a:latin typeface="Arial"/>
                        </a:rPr>
                        <a:t>Service lines</a:t>
                      </a:r>
                    </a:p>
                  </a:txBody>
                  <a:tcPr anchor="ctr" marL="73152" marR="73152" marT="36576" marB="36576">
                    <a:solidFill>
                      <a:srgbClr val="E4E6E9"/>
                    </a:solidFill>
                  </a:tcPr>
                </a:tc>
                <a:tc>
                  <a:txBody>
                    <a:bodyPr wrap="square"/>
                    <a:lstStyle/>
                    <a:p>
                      <a:pPr algn="ctr"/>
                      <a:r>
                        <a:rPr sz="1000" b="0" i="0">
                          <a:solidFill>
                            <a:srgbClr val="000000"/>
                          </a:solidFill>
                          <a:latin typeface="Arial"/>
                        </a:rPr>
                        <a:t>CM/PM, battery refits, payload swaps</a:t>
                      </a:r>
                    </a:p>
                  </a:txBody>
                  <a:tcPr anchor="ctr" marL="73152" marR="73152" marT="36576" marB="36576">
                    <a:solidFill>
                      <a:srgbClr val="FFFFFF"/>
                    </a:solidFill>
                  </a:tcPr>
                </a:tc>
                <a:tc>
                  <a:txBody>
                    <a:bodyPr wrap="square"/>
                    <a:lstStyle/>
                    <a:p>
                      <a:pPr algn="ctr"/>
                      <a:r>
                        <a:rPr sz="1000" b="0" i="0">
                          <a:solidFill>
                            <a:srgbClr val="000000"/>
                          </a:solidFill>
                          <a:latin typeface="Arial"/>
                        </a:rPr>
                        <a:t>DSRA, SRA, RAV, modernization</a:t>
                      </a:r>
                    </a:p>
                  </a:txBody>
                  <a:tcPr anchor="ctr" marL="73152" marR="73152" marT="36576" marB="36576">
                    <a:solidFill>
                      <a:srgbClr val="FFFFFF"/>
                    </a:solidFill>
                  </a:tcPr>
                </a:tc>
                <a:tc>
                  <a:txBody>
                    <a:bodyPr wrap="square"/>
                    <a:lstStyle/>
                    <a:p>
                      <a:pPr algn="ctr"/>
                      <a:r>
                        <a:rPr sz="1000" b="0" i="0">
                          <a:solidFill>
                            <a:srgbClr val="000000"/>
                          </a:solidFill>
                          <a:latin typeface="Arial"/>
                        </a:rPr>
                        <a:t>DSRA, drydock, voyage repair</a:t>
                      </a:r>
                    </a:p>
                  </a:txBody>
                  <a:tcPr anchor="ctr" marL="73152" marR="73152" marT="36576" marB="36576">
                    <a:solidFill>
                      <a:srgbClr val="FFFFFF"/>
                    </a:solidFill>
                  </a:tcPr>
                </a:tc>
              </a:tr>
              <a:tr h="411480">
                <a:tc>
                  <a:txBody>
                    <a:bodyPr wrap="square"/>
                    <a:lstStyle/>
                    <a:p>
                      <a:pPr algn="r"/>
                      <a:r>
                        <a:rPr sz="1000" b="1" i="0">
                          <a:solidFill>
                            <a:srgbClr val="162029"/>
                          </a:solidFill>
                          <a:latin typeface="Arial"/>
                        </a:rPr>
                        <a:t>Funding lines</a:t>
                      </a:r>
                    </a:p>
                  </a:txBody>
                  <a:tcPr anchor="ctr" marL="73152" marR="73152" marT="36576" marB="36576">
                    <a:solidFill>
                      <a:srgbClr val="E4E6E9"/>
                    </a:solidFill>
                  </a:tcPr>
                </a:tc>
                <a:tc>
                  <a:txBody>
                    <a:bodyPr wrap="square"/>
                    <a:lstStyle/>
                    <a:p>
                      <a:pPr algn="ctr"/>
                      <a:r>
                        <a:rPr sz="1000" b="0" i="0">
                          <a:solidFill>
                            <a:srgbClr val="000000"/>
                          </a:solidFill>
                          <a:latin typeface="Arial"/>
                        </a:rPr>
                        <a:t>OPN, RDT&amp;E, emerging O&amp;M</a:t>
                      </a:r>
                    </a:p>
                  </a:txBody>
                  <a:tcPr anchor="ctr" marL="73152" marR="73152" marT="36576" marB="36576">
                    <a:solidFill>
                      <a:srgbClr val="FFFFFF"/>
                    </a:solidFill>
                  </a:tcPr>
                </a:tc>
                <a:tc>
                  <a:txBody>
                    <a:bodyPr wrap="square"/>
                    <a:lstStyle/>
                    <a:p>
                      <a:pPr algn="ctr"/>
                      <a:r>
                        <a:rPr sz="1000" b="0" i="0">
                          <a:solidFill>
                            <a:srgbClr val="000000"/>
                          </a:solidFill>
                          <a:latin typeface="Arial"/>
                        </a:rPr>
                        <a:t>O&amp;M-N CMM&amp;R, SCN modernization</a:t>
                      </a:r>
                    </a:p>
                  </a:txBody>
                  <a:tcPr anchor="ctr" marL="73152" marR="73152" marT="36576" marB="36576">
                    <a:solidFill>
                      <a:srgbClr val="FFFFFF"/>
                    </a:solidFill>
                  </a:tcPr>
                </a:tc>
                <a:tc>
                  <a:txBody>
                    <a:bodyPr wrap="square"/>
                    <a:lstStyle/>
                    <a:p>
                      <a:pPr algn="ctr"/>
                      <a:r>
                        <a:rPr sz="1000" b="0" i="0">
                          <a:solidFill>
                            <a:srgbClr val="000000"/>
                          </a:solidFill>
                          <a:latin typeface="Arial"/>
                        </a:rPr>
                        <a:t>USCG AC&amp;I, commercial capex</a:t>
                      </a:r>
                    </a:p>
                  </a:txBody>
                  <a:tcPr anchor="ctr" marL="73152" marR="73152" marT="36576" marB="36576">
                    <a:solidFill>
                      <a:srgbClr val="FFFFFF"/>
                    </a:solidFill>
                  </a:tcPr>
                </a:tc>
              </a:tr>
              <a:tr h="411480">
                <a:tc>
                  <a:txBody>
                    <a:bodyPr wrap="square"/>
                    <a:lstStyle/>
                    <a:p>
                      <a:pPr algn="r"/>
                      <a:r>
                        <a:rPr sz="1000" b="1" i="0">
                          <a:solidFill>
                            <a:srgbClr val="162029"/>
                          </a:solidFill>
                          <a:latin typeface="Arial"/>
                        </a:rPr>
                        <a:t>Why we are sized for it</a:t>
                      </a:r>
                    </a:p>
                  </a:txBody>
                  <a:tcPr anchor="ctr" marL="73152" marR="73152" marT="36576" marB="36576">
                    <a:solidFill>
                      <a:srgbClr val="E4E6E9"/>
                    </a:solidFill>
                  </a:tcPr>
                </a:tc>
                <a:tc>
                  <a:txBody>
                    <a:bodyPr wrap="square"/>
                    <a:lstStyle/>
                    <a:p>
                      <a:pPr algn="ctr"/>
                      <a:r>
                        <a:rPr sz="1000" b="0" i="0">
                          <a:solidFill>
                            <a:srgbClr val="000000"/>
                          </a:solidFill>
                          <a:latin typeface="Arial"/>
                        </a:rPr>
                        <a:t>OEM autonomy and parts authority</a:t>
                      </a:r>
                    </a:p>
                  </a:txBody>
                  <a:tcPr anchor="ctr" marL="73152" marR="73152" marT="36576" marB="36576">
                    <a:solidFill>
                      <a:srgbClr val="FFFFFF"/>
                    </a:solidFill>
                  </a:tcPr>
                </a:tc>
                <a:tc>
                  <a:txBody>
                    <a:bodyPr wrap="square"/>
                    <a:lstStyle/>
                    <a:p>
                      <a:pPr algn="ctr"/>
                      <a:r>
                        <a:rPr sz="1000" b="0" i="0">
                          <a:solidFill>
                            <a:srgbClr val="000000"/>
                          </a:solidFill>
                          <a:latin typeface="Arial"/>
                        </a:rPr>
                        <a:t>Greenfield capacity advantage</a:t>
                      </a:r>
                    </a:p>
                  </a:txBody>
                  <a:tcPr anchor="ctr" marL="73152" marR="73152" marT="36576" marB="36576">
                    <a:solidFill>
                      <a:srgbClr val="FFFFFF"/>
                    </a:solidFill>
                  </a:tcPr>
                </a:tc>
                <a:tc>
                  <a:txBody>
                    <a:bodyPr wrap="square"/>
                    <a:lstStyle/>
                    <a:p>
                      <a:pPr algn="ctr"/>
                      <a:r>
                        <a:rPr sz="1000" b="0" i="0">
                          <a:solidFill>
                            <a:srgbClr val="000000"/>
                          </a:solidFill>
                          <a:latin typeface="Arial"/>
                        </a:rPr>
                        <a:t>Gulf-Coast homeport adjacency</a:t>
                      </a:r>
                    </a:p>
                  </a:txBody>
                  <a:tcPr anchor="ctr" marL="73152" marR="73152" marT="36576" marB="36576">
                    <a:solidFill>
                      <a:srgbClr val="FFFFFF"/>
                    </a:solidFill>
                  </a:tcPr>
                </a:tc>
              </a:tr>
            </a:tbl>
          </a:graphicData>
        </a:graphic>
      </p:graphicFrame>
      <p:sp>
        <p:nvSpPr>
          <p:cNvPr id="5" name="source_footnote"/>
          <p:cNvSpPr txBox="1"/>
          <p:nvPr/>
        </p:nvSpPr>
        <p:spPr>
          <a:xfrm>
            <a:off x="452628" y="6263640"/>
            <a:ext cx="11281867" cy="137160"/>
          </a:xfrm>
          <a:prstGeom prst="rect">
            <a:avLst/>
          </a:prstGeom>
          <a:noFill/>
        </p:spPr>
        <p:txBody>
          <a:bodyPr wrap="square" anchor="t" lIns="0" rIns="0" tIns="0" bIns="0">
            <a:spAutoFit/>
          </a:bodyPr>
          <a:lstStyle/>
          <a:p>
            <a:pPr algn="l"/>
            <a:r>
              <a:rPr sz="800" b="0" i="0">
                <a:solidFill>
                  <a:srgbClr val="000000"/>
                </a:solidFill>
                <a:latin typeface="Arial"/>
              </a:rPr>
              <a:t>Source: PB26 budget exhibits; CRS RL32665; USCG FY26 budget-in-brief; HII and Fincantieri 10-Ks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Market Sizing</a:t>
            </a:r>
            <a:r>
              <a:rPr b="0"/>
              <a:t> / Findings</a:t>
            </a:r>
          </a:p>
        </p:txBody>
      </p:sp>
      <p:sp>
        <p:nvSpPr>
          <p:cNvPr id="3" name="Title 2"/>
          <p:cNvSpPr>
            <a:spLocks noGrp="1"/>
          </p:cNvSpPr>
          <p:nvPr>
            <p:ph type="title"/>
          </p:nvPr>
        </p:nvSpPr>
        <p:spPr/>
        <p:txBody>
          <a:bodyPr/>
          <a:lstStyle/>
          <a:p>
            <a:r>
              <a:t>FY26 TAM | ~$8.5-10.4B across surface MRO, with NSV manned-capability accounting for ~95% and ASV sustainment the remaining ~5%.</a:t>
            </a:r>
          </a:p>
        </p:txBody>
      </p:sp>
      <p:sp>
        <p:nvSpPr>
          <p:cNvPr id="4" name="chart_placeholder:stacked_bar_horizontal"/>
          <p:cNvSpPr/>
          <p:nvPr/>
        </p:nvSpPr>
        <p:spPr>
          <a:xfrm>
            <a:off x="457200" y="1417320"/>
            <a:ext cx="11247120" cy="4663440"/>
          </a:xfrm>
          <a:prstGeom prst="rect">
            <a:avLst/>
          </a:prstGeom>
          <a:solidFill>
            <a:srgbClr val="E4E6E9"/>
          </a:solidFill>
          <a:ln w="19050">
            <a:solidFill>
              <a:srgbClr val="969696"/>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ctr"/>
            <a:r>
              <a:rPr sz="1400" b="1" i="0">
                <a:solidFill>
                  <a:srgbClr val="808080"/>
                </a:solidFill>
                <a:latin typeface="Arial"/>
              </a:rPr>
              <a:t>[CHART: stacked_bar_horizontal  —  INSERT THINK-CELL]</a:t>
            </a:r>
          </a:p>
          <a:p>
            <a:pPr algn="ctr"/>
            <a:r>
              <a:rPr sz="1200" b="0" i="0">
                <a:solidFill>
                  <a:srgbClr val="000000"/>
                </a:solidFill>
                <a:latin typeface="Arial"/>
              </a:rPr>
              <a:t>FY26 surface MRO TAM by vessel-class segment ($B): DDG/CG, FFG/LCS, auxiliaries, USCG cutters, small commercial, ASV</a:t>
            </a:r>
          </a:p>
        </p:txBody>
      </p:sp>
      <p:sp>
        <p:nvSpPr>
          <p:cNvPr id="5" name="source_footnote"/>
          <p:cNvSpPr txBox="1"/>
          <p:nvPr/>
        </p:nvSpPr>
        <p:spPr>
          <a:xfrm>
            <a:off x="452628" y="6263640"/>
            <a:ext cx="11281867" cy="137160"/>
          </a:xfrm>
          <a:prstGeom prst="rect">
            <a:avLst/>
          </a:prstGeom>
          <a:noFill/>
        </p:spPr>
        <p:txBody>
          <a:bodyPr wrap="square" anchor="t" lIns="0" rIns="0" tIns="0" bIns="0">
            <a:spAutoFit/>
          </a:bodyPr>
          <a:lstStyle/>
          <a:p>
            <a:pPr algn="l"/>
            <a:r>
              <a:rPr sz="800" b="0" i="0">
                <a:solidFill>
                  <a:srgbClr val="000000"/>
                </a:solidFill>
                <a:latin typeface="Arial"/>
              </a:rPr>
              <a:t>Source: NVR; PB26 O&amp;M-N exhibits; USCG FY26 budget; OBBBA USV appropriations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Market Sizing</a:t>
            </a:r>
            <a:r>
              <a:rPr b="0"/>
              <a:t> / Findings</a:t>
            </a:r>
          </a:p>
        </p:txBody>
      </p:sp>
      <p:sp>
        <p:nvSpPr>
          <p:cNvPr id="3" name="Title 2"/>
          <p:cNvSpPr>
            <a:spLocks noGrp="1"/>
          </p:cNvSpPr>
          <p:nvPr>
            <p:ph type="title"/>
          </p:nvPr>
        </p:nvSpPr>
        <p:spPr/>
        <p:txBody>
          <a:bodyPr/>
          <a:lstStyle/>
          <a:p>
            <a:r>
              <a:t>Yard-accessible SAM | $1.5-2.0B p.a. is reachable from a single Gulf-Coast yard, growing as ASV sustainment ramps and NSV availabilities shift to overflow yards.</a:t>
            </a:r>
          </a:p>
        </p:txBody>
      </p:sp>
      <p:sp>
        <p:nvSpPr>
          <p:cNvPr id="4" name="chart_placeholder:stacked_column"/>
          <p:cNvSpPr/>
          <p:nvPr/>
        </p:nvSpPr>
        <p:spPr>
          <a:xfrm>
            <a:off x="457200" y="1463040"/>
            <a:ext cx="8138160" cy="4023360"/>
          </a:xfrm>
          <a:prstGeom prst="rect">
            <a:avLst/>
          </a:prstGeom>
          <a:solidFill>
            <a:srgbClr val="E4E6E9"/>
          </a:solidFill>
          <a:ln w="19050">
            <a:solidFill>
              <a:srgbClr val="969696"/>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ctr"/>
            <a:r>
              <a:rPr sz="1400" b="1" i="0">
                <a:solidFill>
                  <a:srgbClr val="808080"/>
                </a:solidFill>
                <a:latin typeface="Arial"/>
              </a:rPr>
              <a:t>[CHART: stacked_column  —  INSERT THINK-CELL]</a:t>
            </a:r>
          </a:p>
          <a:p>
            <a:pPr algn="ctr"/>
            <a:r>
              <a:rPr sz="1200" b="0" i="0">
                <a:solidFill>
                  <a:srgbClr val="000000"/>
                </a:solidFill>
                <a:latin typeface="Arial"/>
              </a:rPr>
              <a:t>Yard-accessible SAM by archetype, FY26-FY28 ($M): ASV MRO, NSV Navy, NSV USCG + commercial</a:t>
            </a:r>
          </a:p>
        </p:txBody>
      </p:sp>
      <p:sp>
        <p:nvSpPr>
          <p:cNvPr id="5" name="callout_framed"/>
          <p:cNvSpPr/>
          <p:nvPr/>
        </p:nvSpPr>
        <p:spPr>
          <a:xfrm>
            <a:off x="8732520" y="1463040"/>
            <a:ext cx="2999232" cy="40233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91440"/>
          <a:lstStyle/>
          <a:p>
            <a:pPr algn="l"/>
            <a:r>
              <a:rPr sz="1000" b="1" i="0">
                <a:solidFill>
                  <a:srgbClr val="000000"/>
                </a:solidFill>
                <a:latin typeface="Arial"/>
              </a:rPr>
              <a:t>Why SAM is well below TAM</a:t>
            </a:r>
          </a:p>
          <a:p>
            <a:pPr algn="l" marL="171450" indent="-171450">
              <a:buChar char="•"/>
            </a:pPr>
            <a:r>
              <a:rPr sz="1000" b="0" i="0">
                <a:solidFill>
                  <a:srgbClr val="000000"/>
                </a:solidFill>
                <a:latin typeface="Arial"/>
              </a:rPr>
              <a:t>ASV fleet ~120 hulls FY26 grows to ~280 by FY28</a:t>
            </a:r>
          </a:p>
          <a:p>
            <a:pPr algn="l" marL="171450" indent="-171450">
              <a:buChar char="•"/>
            </a:pPr>
            <a:r>
              <a:rPr sz="1000" b="0" i="0">
                <a:solidFill>
                  <a:srgbClr val="000000"/>
                </a:solidFill>
                <a:latin typeface="Arial"/>
              </a:rPr>
              <a:t>Incumbent yards saturated through FY27</a:t>
            </a:r>
          </a:p>
          <a:p>
            <a:pPr algn="l" marL="171450" indent="-171450">
              <a:buChar char="•"/>
            </a:pPr>
            <a:r>
              <a:rPr sz="1000" b="0" i="0">
                <a:solidFill>
                  <a:srgbClr val="000000"/>
                </a:solidFill>
                <a:latin typeface="Arial"/>
              </a:rPr>
              <a:t>USCG plus commercial steady-state, 4-6% CAGR</a:t>
            </a:r>
          </a:p>
          <a:p>
            <a:pPr algn="l"/>
            <a:r>
              <a:rPr sz="1000" b="1" i="0">
                <a:solidFill>
                  <a:srgbClr val="000000"/>
                </a:solidFill>
                <a:latin typeface="Arial"/>
              </a:rPr>
              <a:t>What is excluded from SAM</a:t>
            </a:r>
          </a:p>
          <a:p>
            <a:pPr algn="l" marL="171450" indent="-171450">
              <a:buChar char="•"/>
            </a:pPr>
            <a:r>
              <a:rPr sz="1000" b="0" i="0">
                <a:solidFill>
                  <a:srgbClr val="000000"/>
                </a:solidFill>
                <a:latin typeface="Arial"/>
              </a:rPr>
              <a:t>Nuclear-powered combatants and CVN RCOH</a:t>
            </a:r>
          </a:p>
          <a:p>
            <a:pPr algn="l" marL="171450" indent="-171450">
              <a:buChar char="•"/>
            </a:pPr>
            <a:r>
              <a:rPr sz="1000" b="0" i="0">
                <a:solidFill>
                  <a:srgbClr val="000000"/>
                </a:solidFill>
                <a:latin typeface="Arial"/>
              </a:rPr>
              <a:t>West-coast-homeported availabilities</a:t>
            </a:r>
          </a:p>
          <a:p>
            <a:pPr algn="l" marL="171450" indent="-171450">
              <a:buChar char="•"/>
            </a:pPr>
            <a:r>
              <a:rPr sz="1000" b="0" i="0">
                <a:solidFill>
                  <a:srgbClr val="000000"/>
                </a:solidFill>
                <a:latin typeface="Arial"/>
              </a:rPr>
              <a:t>Intermediate-maintenance-activity-only work</a:t>
            </a:r>
          </a:p>
          <a:p>
            <a:pPr algn="l"/>
            <a:r>
              <a:rPr sz="1000" b="1" i="0">
                <a:solidFill>
                  <a:srgbClr val="000000"/>
                </a:solidFill>
                <a:latin typeface="Arial"/>
              </a:rPr>
              <a:t>Yard capture rate (weighted)</a:t>
            </a:r>
          </a:p>
          <a:p>
            <a:pPr algn="l" marL="171450" indent="-171450">
              <a:buChar char="•"/>
            </a:pPr>
            <a:r>
              <a:rPr sz="1000" b="0" i="0">
                <a:solidFill>
                  <a:srgbClr val="000000"/>
                </a:solidFill>
                <a:latin typeface="Arial"/>
              </a:rPr>
              <a:t>FY26 ~16% of TAM</a:t>
            </a:r>
          </a:p>
          <a:p>
            <a:pPr algn="l" marL="171450" indent="-171450">
              <a:buChar char="•"/>
            </a:pPr>
            <a:r>
              <a:rPr sz="1000" b="0" i="0">
                <a:solidFill>
                  <a:srgbClr val="000000"/>
                </a:solidFill>
                <a:latin typeface="Arial"/>
              </a:rPr>
              <a:t>FY27 ~18% of TAM</a:t>
            </a:r>
          </a:p>
          <a:p>
            <a:pPr algn="l" marL="171450" indent="-171450">
              <a:buChar char="•"/>
            </a:pPr>
            <a:r>
              <a:rPr sz="1000" b="0" i="0">
                <a:solidFill>
                  <a:srgbClr val="000000"/>
                </a:solidFill>
                <a:latin typeface="Arial"/>
              </a:rPr>
              <a:t>FY28 ~19% of TAM</a:t>
            </a:r>
          </a:p>
        </p:txBody>
      </p:sp>
      <p:sp>
        <p:nvSpPr>
          <p:cNvPr id="6" name="callout_conclusion"/>
          <p:cNvSpPr/>
          <p:nvPr/>
        </p:nvSpPr>
        <p:spPr>
          <a:xfrm>
            <a:off x="457200" y="5623560"/>
            <a:ext cx="11247120" cy="502920"/>
          </a:xfrm>
          <a:prstGeom prst="rect">
            <a:avLst/>
          </a:prstGeom>
          <a:solidFill>
            <a:srgbClr val="9DB1CF"/>
          </a:solidFill>
          <a:ln w="9525">
            <a:solidFill>
              <a:srgbClr val="6F8DB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i="0">
                <a:solidFill>
                  <a:srgbClr val="000000"/>
                </a:solidFill>
                <a:latin typeface="Arial"/>
              </a:rPr>
              <a:t>Yard sized for FY28 SAM of ~$2.0B.</a:t>
            </a:r>
          </a:p>
        </p:txBody>
      </p:sp>
      <p:sp>
        <p:nvSpPr>
          <p:cNvPr id="7" name="source_footnote"/>
          <p:cNvSpPr txBox="1"/>
          <p:nvPr/>
        </p:nvSpPr>
        <p:spPr>
          <a:xfrm>
            <a:off x="452628" y="6263640"/>
            <a:ext cx="11281867" cy="137160"/>
          </a:xfrm>
          <a:prstGeom prst="rect">
            <a:avLst/>
          </a:prstGeom>
          <a:noFill/>
        </p:spPr>
        <p:txBody>
          <a:bodyPr wrap="square" anchor="t" lIns="0" rIns="0" tIns="0" bIns="0">
            <a:spAutoFit/>
          </a:bodyPr>
          <a:lstStyle/>
          <a:p>
            <a:pPr algn="l"/>
            <a:r>
              <a:rPr sz="800" b="0" i="0">
                <a:solidFill>
                  <a:srgbClr val="000000"/>
                </a:solidFill>
                <a:latin typeface="Arial"/>
              </a:rPr>
              <a:t>Source: NAVSEA RMC backlog; HII and Fincantieri 10-Ks; Saronic yard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Market Sizing</a:t>
            </a:r>
            <a:r>
              <a:rPr b="0"/>
              <a:t> / Findings</a:t>
            </a:r>
          </a:p>
        </p:txBody>
      </p:sp>
      <p:sp>
        <p:nvSpPr>
          <p:cNvPr id="3" name="Title 2"/>
          <p:cNvSpPr>
            <a:spLocks noGrp="1"/>
          </p:cNvSpPr>
          <p:nvPr>
            <p:ph type="title"/>
          </p:nvPr>
        </p:nvSpPr>
        <p:spPr/>
        <p:txBody>
          <a:bodyPr/>
          <a:lstStyle/>
          <a:p>
            <a:r>
              <a:t>Company TCV to ACV | TCV grows from ~$610M in FY26 to ~$1.06B in FY28; ACV ramps from ~$180M to ~$410M as the yard reaches steady-state throughput.</a:t>
            </a:r>
          </a:p>
        </p:txBody>
      </p:sp>
      <p:sp>
        <p:nvSpPr>
          <p:cNvPr id="4" name="chart_placeholder:stacked_column"/>
          <p:cNvSpPr/>
          <p:nvPr/>
        </p:nvSpPr>
        <p:spPr>
          <a:xfrm>
            <a:off x="457200" y="1417320"/>
            <a:ext cx="11247120" cy="2560320"/>
          </a:xfrm>
          <a:prstGeom prst="rect">
            <a:avLst/>
          </a:prstGeom>
          <a:solidFill>
            <a:srgbClr val="E4E6E9"/>
          </a:solidFill>
          <a:ln w="19050">
            <a:solidFill>
              <a:srgbClr val="969696"/>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ctr"/>
            <a:r>
              <a:rPr sz="1400" b="1" i="0">
                <a:solidFill>
                  <a:srgbClr val="808080"/>
                </a:solidFill>
                <a:latin typeface="Arial"/>
              </a:rPr>
              <a:t>[CHART: stacked_column  —  INSERT THINK-CELL]</a:t>
            </a:r>
          </a:p>
          <a:p>
            <a:pPr algn="ctr"/>
            <a:r>
              <a:rPr sz="1200" b="0" i="0">
                <a:solidFill>
                  <a:srgbClr val="000000"/>
                </a:solidFill>
                <a:latin typeface="Arial"/>
              </a:rPr>
              <a:t>Company TCV ($M) FY26-FY28 by archetype: ASV sustainment, NSV Navy availabilities, NSV USCG + commercial</a:t>
            </a:r>
          </a:p>
        </p:txBody>
      </p:sp>
      <p:graphicFrame>
        <p:nvGraphicFramePr>
          <p:cNvPr id="5" name="table_plain"/>
          <p:cNvGraphicFramePr>
            <a:graphicFrameLocks noGrp="1"/>
          </p:cNvGraphicFramePr>
          <p:nvPr/>
        </p:nvGraphicFramePr>
        <p:xfrm>
          <a:off x="457200" y="4114800"/>
          <a:ext cx="11247120" cy="1783080"/>
        </p:xfrm>
        <a:graphic>
          <a:graphicData uri="http://schemas.openxmlformats.org/drawingml/2006/table">
            <a:tbl>
              <a:tblPr>
                <a:tableStyleId>{5C22544A-7EE6-4342-B048-85BDC9FD1C3A}</a:tableStyleId>
              </a:tblPr>
              <a:tblGrid>
                <a:gridCol w="2811780"/>
                <a:gridCol w="2811780"/>
                <a:gridCol w="2811780"/>
                <a:gridCol w="2811780"/>
              </a:tblGrid>
              <a:tr h="320040">
                <a:tc>
                  <a:txBody>
                    <a:bodyPr wrap="square"/>
                    <a:lstStyle/>
                    <a:p>
                      <a:pPr algn="l"/>
                      <a:r>
                        <a:rPr sz="1400" b="1" i="0">
                          <a:solidFill>
                            <a:srgbClr val="162029"/>
                          </a:solidFill>
                          <a:latin typeface="Arial"/>
                        </a:rPr>
                        <a:t>Implied volumes through the yard</a:t>
                      </a:r>
                    </a:p>
                  </a:txBody>
                  <a:tcPr anchor="b" marL="73152" marR="73152" marT="36576" marB="36576">
                    <a:lnL w="12700" cap="flat" cmpd="sng" algn="ctr">
                      <a:noFill/>
                      <a:prstDash val="solid"/>
                    </a:lnL>
                    <a:lnR w="12700" cap="flat" cmpd="sng" algn="ctr">
                      <a:noFill/>
                      <a:prstDash val="solid"/>
                    </a:lnR>
                    <a:lnT w="12700" cap="flat" cmpd="sng" algn="ctr">
                      <a:noFill/>
                      <a:prstDash val="solid"/>
                    </a:lnT>
                    <a:lnB w="12700" cap="flat" cmpd="sng" algn="ctr">
                      <a:solidFill>
                        <a:srgbClr val="162029"/>
                      </a:solidFill>
                      <a:prstDash val="solid"/>
                    </a:lnB>
                    <a:solidFill>
                      <a:srgbClr val="FFFFFF"/>
                    </a:solidFill>
                  </a:tcPr>
                </a:tc>
                <a:tc>
                  <a:txBody>
                    <a:bodyPr wrap="square"/>
                    <a:lstStyle/>
                    <a:p>
                      <a:pPr algn="l"/>
                      <a:r>
                        <a:rPr sz="1400" b="1" i="0">
                          <a:solidFill>
                            <a:srgbClr val="162029"/>
                          </a:solidFill>
                          <a:latin typeface="Arial"/>
                        </a:rPr>
                        <a:t>FY26</a:t>
                      </a:r>
                    </a:p>
                  </a:txBody>
                  <a:tcPr anchor="b" marL="73152" marR="73152" marT="36576" marB="36576">
                    <a:lnL w="12700" cap="flat" cmpd="sng" algn="ctr">
                      <a:noFill/>
                      <a:prstDash val="solid"/>
                    </a:lnL>
                    <a:lnR w="12700" cap="flat" cmpd="sng" algn="ctr">
                      <a:noFill/>
                      <a:prstDash val="solid"/>
                    </a:lnR>
                    <a:lnT w="12700" cap="flat" cmpd="sng" algn="ctr">
                      <a:noFill/>
                      <a:prstDash val="solid"/>
                    </a:lnT>
                    <a:lnB w="12700" cap="flat" cmpd="sng" algn="ctr">
                      <a:solidFill>
                        <a:srgbClr val="162029"/>
                      </a:solidFill>
                      <a:prstDash val="solid"/>
                    </a:lnB>
                    <a:solidFill>
                      <a:srgbClr val="FFFFFF"/>
                    </a:solidFill>
                  </a:tcPr>
                </a:tc>
                <a:tc>
                  <a:txBody>
                    <a:bodyPr wrap="square"/>
                    <a:lstStyle/>
                    <a:p>
                      <a:pPr algn="l"/>
                      <a:r>
                        <a:rPr sz="1400" b="1" i="0">
                          <a:solidFill>
                            <a:srgbClr val="162029"/>
                          </a:solidFill>
                          <a:latin typeface="Arial"/>
                        </a:rPr>
                        <a:t>FY27</a:t>
                      </a:r>
                    </a:p>
                  </a:txBody>
                  <a:tcPr anchor="b" marL="73152" marR="73152" marT="36576" marB="36576">
                    <a:lnL w="12700" cap="flat" cmpd="sng" algn="ctr">
                      <a:noFill/>
                      <a:prstDash val="solid"/>
                    </a:lnL>
                    <a:lnR w="12700" cap="flat" cmpd="sng" algn="ctr">
                      <a:noFill/>
                      <a:prstDash val="solid"/>
                    </a:lnR>
                    <a:lnT w="12700" cap="flat" cmpd="sng" algn="ctr">
                      <a:noFill/>
                      <a:prstDash val="solid"/>
                    </a:lnT>
                    <a:lnB w="12700" cap="flat" cmpd="sng" algn="ctr">
                      <a:solidFill>
                        <a:srgbClr val="162029"/>
                      </a:solidFill>
                      <a:prstDash val="solid"/>
                    </a:lnB>
                    <a:solidFill>
                      <a:srgbClr val="FFFFFF"/>
                    </a:solidFill>
                  </a:tcPr>
                </a:tc>
                <a:tc>
                  <a:txBody>
                    <a:bodyPr wrap="square"/>
                    <a:lstStyle/>
                    <a:p>
                      <a:pPr algn="l"/>
                      <a:r>
                        <a:rPr sz="1400" b="1" i="0">
                          <a:solidFill>
                            <a:srgbClr val="162029"/>
                          </a:solidFill>
                          <a:latin typeface="Arial"/>
                        </a:rPr>
                        <a:t>FY28</a:t>
                      </a:r>
                    </a:p>
                  </a:txBody>
                  <a:tcPr anchor="b" marL="73152" marR="73152" marT="36576" marB="36576">
                    <a:lnL w="12700" cap="flat" cmpd="sng" algn="ctr">
                      <a:noFill/>
                      <a:prstDash val="solid"/>
                    </a:lnL>
                    <a:lnR w="12700" cap="flat" cmpd="sng" algn="ctr">
                      <a:noFill/>
                      <a:prstDash val="solid"/>
                    </a:lnR>
                    <a:lnT w="12700" cap="flat" cmpd="sng" algn="ctr">
                      <a:noFill/>
                      <a:prstDash val="solid"/>
                    </a:lnT>
                    <a:lnB w="12700" cap="flat" cmpd="sng" algn="ctr">
                      <a:solidFill>
                        <a:srgbClr val="162029"/>
                      </a:solidFill>
                      <a:prstDash val="solid"/>
                    </a:lnB>
                    <a:solidFill>
                      <a:srgbClr val="FFFFFF"/>
                    </a:solidFill>
                  </a:tcPr>
                </a:tc>
              </a:tr>
              <a:tr h="365760">
                <a:tc>
                  <a:txBody>
                    <a:bodyPr wrap="square"/>
                    <a:lstStyle/>
                    <a:p>
                      <a:pPr algn="l"/>
                      <a:r>
                        <a:rPr sz="1400" b="0" i="0">
                          <a:solidFill>
                            <a:srgbClr val="162029"/>
                          </a:solidFill>
                          <a:latin typeface="Arial"/>
                        </a:rPr>
                        <a:t>ASV sustainment events</a:t>
                      </a:r>
                    </a:p>
                  </a:txBody>
                  <a:tcPr anchor="t" marL="73152" marR="73152" marT="36576" marB="36576">
                    <a:lnL w="6350" cap="flat" cmpd="sng" algn="ctr">
                      <a:noFill/>
                      <a:prstDash val="solid"/>
                    </a:lnL>
                    <a:lnR w="6350" cap="flat" cmpd="sng" algn="ctr">
                      <a:noFill/>
                      <a:prstDash val="solid"/>
                    </a:lnR>
                    <a:lnT w="1270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~110</a:t>
                      </a:r>
                    </a:p>
                  </a:txBody>
                  <a:tcPr anchor="t" marL="73152" marR="73152" marT="36576" marB="36576">
                    <a:lnL w="6350" cap="flat" cmpd="sng" algn="ctr">
                      <a:noFill/>
                      <a:prstDash val="solid"/>
                    </a:lnL>
                    <a:lnR w="6350" cap="flat" cmpd="sng" algn="ctr">
                      <a:noFill/>
                      <a:prstDash val="solid"/>
                    </a:lnR>
                    <a:lnT w="1270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~210</a:t>
                      </a:r>
                    </a:p>
                  </a:txBody>
                  <a:tcPr anchor="t" marL="73152" marR="73152" marT="36576" marB="36576">
                    <a:lnL w="6350" cap="flat" cmpd="sng" algn="ctr">
                      <a:noFill/>
                      <a:prstDash val="solid"/>
                    </a:lnL>
                    <a:lnR w="6350" cap="flat" cmpd="sng" algn="ctr">
                      <a:noFill/>
                      <a:prstDash val="solid"/>
                    </a:lnR>
                    <a:lnT w="1270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~340</a:t>
                      </a:r>
                    </a:p>
                  </a:txBody>
                  <a:tcPr anchor="t" marL="73152" marR="73152" marT="36576" marB="36576">
                    <a:lnL w="6350" cap="flat" cmpd="sng" algn="ctr">
                      <a:noFill/>
                      <a:prstDash val="solid"/>
                    </a:lnL>
                    <a:lnR w="6350" cap="flat" cmpd="sng" algn="ctr">
                      <a:noFill/>
                      <a:prstDash val="solid"/>
                    </a:lnR>
                    <a:lnT w="12700" cap="flat" cmpd="sng" algn="ctr">
                      <a:solidFill>
                        <a:srgbClr val="162029"/>
                      </a:solidFill>
                      <a:prstDash val="solid"/>
                    </a:lnT>
                    <a:lnB w="6350" cap="flat" cmpd="sng" algn="ctr">
                      <a:solidFill>
                        <a:srgbClr val="162029"/>
                      </a:solidFill>
                      <a:prstDash val="solid"/>
                    </a:lnB>
                    <a:solidFill>
                      <a:srgbClr val="FFFFFF"/>
                    </a:solidFill>
                  </a:tcPr>
                </a:tc>
              </a:tr>
              <a:tr h="365760">
                <a:tc>
                  <a:txBody>
                    <a:bodyPr wrap="square"/>
                    <a:lstStyle/>
                    <a:p>
                      <a:pPr algn="l"/>
                      <a:r>
                        <a:rPr sz="1400" b="0" i="0">
                          <a:solidFill>
                            <a:srgbClr val="162029"/>
                          </a:solidFill>
                          <a:latin typeface="Arial"/>
                        </a:rPr>
                        <a:t>NSV availabilities</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~22</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~30</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~36</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r>
              <a:tr h="365760">
                <a:tc>
                  <a:txBody>
                    <a:bodyPr wrap="square"/>
                    <a:lstStyle/>
                    <a:p>
                      <a:pPr algn="l"/>
                      <a:r>
                        <a:rPr sz="1400" b="0" i="0">
                          <a:solidFill>
                            <a:srgbClr val="162029"/>
                          </a:solidFill>
                          <a:latin typeface="Arial"/>
                        </a:rPr>
                        <a:t>Modernization periods</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~3</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~6</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c>
                  <a:txBody>
                    <a:bodyPr wrap="square"/>
                    <a:lstStyle/>
                    <a:p>
                      <a:pPr algn="l"/>
                      <a:r>
                        <a:rPr sz="1400" b="0" i="0">
                          <a:solidFill>
                            <a:srgbClr val="162029"/>
                          </a:solidFill>
                          <a:latin typeface="Arial"/>
                        </a:rPr>
                        <a:t>~9</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solidFill>
                        <a:srgbClr val="162029"/>
                      </a:solidFill>
                      <a:prstDash val="solid"/>
                    </a:lnB>
                    <a:solidFill>
                      <a:srgbClr val="FFFFFF"/>
                    </a:solidFill>
                  </a:tcPr>
                </a:tc>
              </a:tr>
              <a:tr h="365760">
                <a:tc>
                  <a:txBody>
                    <a:bodyPr wrap="square"/>
                    <a:lstStyle/>
                    <a:p>
                      <a:pPr algn="l"/>
                      <a:r>
                        <a:rPr sz="1400" b="0" i="0">
                          <a:solidFill>
                            <a:srgbClr val="162029"/>
                          </a:solidFill>
                          <a:latin typeface="Arial"/>
                        </a:rPr>
                        <a:t>Estimated ACV ($M)</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noFill/>
                      <a:prstDash val="solid"/>
                    </a:lnB>
                    <a:solidFill>
                      <a:srgbClr val="FFFFFF"/>
                    </a:solidFill>
                  </a:tcPr>
                </a:tc>
                <a:tc>
                  <a:txBody>
                    <a:bodyPr wrap="square"/>
                    <a:lstStyle/>
                    <a:p>
                      <a:pPr algn="l"/>
                      <a:r>
                        <a:rPr sz="1400" b="0" i="0">
                          <a:solidFill>
                            <a:srgbClr val="162029"/>
                          </a:solidFill>
                          <a:latin typeface="Arial"/>
                        </a:rPr>
                        <a:t>~180</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noFill/>
                      <a:prstDash val="solid"/>
                    </a:lnB>
                    <a:solidFill>
                      <a:srgbClr val="FFFFFF"/>
                    </a:solidFill>
                  </a:tcPr>
                </a:tc>
                <a:tc>
                  <a:txBody>
                    <a:bodyPr wrap="square"/>
                    <a:lstStyle/>
                    <a:p>
                      <a:pPr algn="l"/>
                      <a:r>
                        <a:rPr sz="1400" b="0" i="0">
                          <a:solidFill>
                            <a:srgbClr val="162029"/>
                          </a:solidFill>
                          <a:latin typeface="Arial"/>
                        </a:rPr>
                        <a:t>~300</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noFill/>
                      <a:prstDash val="solid"/>
                    </a:lnB>
                    <a:solidFill>
                      <a:srgbClr val="FFFFFF"/>
                    </a:solidFill>
                  </a:tcPr>
                </a:tc>
                <a:tc>
                  <a:txBody>
                    <a:bodyPr wrap="square"/>
                    <a:lstStyle/>
                    <a:p>
                      <a:pPr algn="l"/>
                      <a:r>
                        <a:rPr sz="1400" b="0" i="0">
                          <a:solidFill>
                            <a:srgbClr val="162029"/>
                          </a:solidFill>
                          <a:latin typeface="Arial"/>
                        </a:rPr>
                        <a:t>~410</a:t>
                      </a:r>
                    </a:p>
                  </a:txBody>
                  <a:tcPr anchor="t" marL="73152" marR="73152" marT="36576" marB="36576">
                    <a:lnL w="6350" cap="flat" cmpd="sng" algn="ctr">
                      <a:noFill/>
                      <a:prstDash val="solid"/>
                    </a:lnL>
                    <a:lnR w="6350" cap="flat" cmpd="sng" algn="ctr">
                      <a:noFill/>
                      <a:prstDash val="solid"/>
                    </a:lnR>
                    <a:lnT w="6350" cap="flat" cmpd="sng" algn="ctr">
                      <a:solidFill>
                        <a:srgbClr val="162029"/>
                      </a:solidFill>
                      <a:prstDash val="solid"/>
                    </a:lnT>
                    <a:lnB w="6350" cap="flat" cmpd="sng" algn="ctr">
                      <a:noFill/>
                      <a:prstDash val="solid"/>
                    </a:lnB>
                    <a:solidFill>
                      <a:srgbClr val="FFFFFF"/>
                    </a:solidFill>
                  </a:tcPr>
                </a:tc>
              </a:tr>
            </a:tbl>
          </a:graphicData>
        </a:graphic>
      </p:graphicFrame>
      <p:sp>
        <p:nvSpPr>
          <p:cNvPr id="6" name="source_footnote"/>
          <p:cNvSpPr txBox="1"/>
          <p:nvPr/>
        </p:nvSpPr>
        <p:spPr>
          <a:xfrm>
            <a:off x="452628" y="6263640"/>
            <a:ext cx="11281867" cy="137160"/>
          </a:xfrm>
          <a:prstGeom prst="rect">
            <a:avLst/>
          </a:prstGeom>
          <a:noFill/>
        </p:spPr>
        <p:txBody>
          <a:bodyPr wrap="square" anchor="t" lIns="0" rIns="0" tIns="0" bIns="0">
            <a:spAutoFit/>
          </a:bodyPr>
          <a:lstStyle/>
          <a:p>
            <a:pPr algn="l"/>
            <a:r>
              <a:rPr sz="800" b="0" i="0">
                <a:solidFill>
                  <a:srgbClr val="000000"/>
                </a:solidFill>
                <a:latin typeface="Arial"/>
              </a:rPr>
              <a:t>Source: NAVSEA contract awards (FPDS-NG, FY24-26 YTD); RMC backlog reports; internal pricing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Market Sizing</a:t>
            </a:r>
            <a:r>
              <a:rPr b="0"/>
              <a:t> / Findings</a:t>
            </a:r>
          </a:p>
        </p:txBody>
      </p:sp>
      <p:sp>
        <p:nvSpPr>
          <p:cNvPr id="3" name="Title 2"/>
          <p:cNvSpPr>
            <a:spLocks noGrp="1"/>
          </p:cNvSpPr>
          <p:nvPr>
            <p:ph type="title"/>
          </p:nvPr>
        </p:nvSpPr>
        <p:spPr/>
        <p:txBody>
          <a:bodyPr/>
          <a:lstStyle/>
          <a:p>
            <a:r>
              <a:t>Vessel triangulation | Assumptions imply the yard touches ~88 NSV availabilities and ~660 ASV sustainment events through FY28.</a:t>
            </a:r>
          </a:p>
        </p:txBody>
      </p:sp>
      <p:sp>
        <p:nvSpPr>
          <p:cNvPr id="4" name="chart_placeholder:line_band"/>
          <p:cNvSpPr/>
          <p:nvPr/>
        </p:nvSpPr>
        <p:spPr>
          <a:xfrm>
            <a:off x="457200" y="1463040"/>
            <a:ext cx="8138160" cy="4023360"/>
          </a:xfrm>
          <a:prstGeom prst="rect">
            <a:avLst/>
          </a:prstGeom>
          <a:solidFill>
            <a:srgbClr val="E4E6E9"/>
          </a:solidFill>
          <a:ln w="19050">
            <a:solidFill>
              <a:srgbClr val="969696"/>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ctr"/>
            <a:r>
              <a:rPr sz="1400" b="1" i="0">
                <a:solidFill>
                  <a:srgbClr val="808080"/>
                </a:solidFill>
                <a:latin typeface="Arial"/>
              </a:rPr>
              <a:t>[CHART: line_band  —  INSERT THINK-CELL]</a:t>
            </a:r>
          </a:p>
          <a:p>
            <a:pPr algn="ctr"/>
            <a:r>
              <a:rPr sz="1200" b="0" i="0">
                <a:solidFill>
                  <a:srgbClr val="000000"/>
                </a:solidFill>
                <a:latin typeface="Arial"/>
              </a:rPr>
              <a:t>Cumulative vessel-touch events through end-of-FY: ASV sustainment, NSV availabilities, modernization periods</a:t>
            </a:r>
          </a:p>
        </p:txBody>
      </p:sp>
      <p:sp>
        <p:nvSpPr>
          <p:cNvPr id="5" name="callout_framed"/>
          <p:cNvSpPr/>
          <p:nvPr/>
        </p:nvSpPr>
        <p:spPr>
          <a:xfrm>
            <a:off x="8732520" y="1463040"/>
            <a:ext cx="2999232" cy="40233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91440"/>
          <a:lstStyle/>
          <a:p>
            <a:pPr algn="l"/>
            <a:r>
              <a:rPr sz="1000" b="1" i="0">
                <a:solidFill>
                  <a:srgbClr val="000000"/>
                </a:solidFill>
                <a:latin typeface="Arial"/>
              </a:rPr>
              <a:t>Capacity implications</a:t>
            </a:r>
          </a:p>
          <a:p>
            <a:pPr algn="l" marL="171450" indent="-171450">
              <a:buChar char="•"/>
            </a:pPr>
            <a:r>
              <a:rPr sz="1000" b="0" i="0">
                <a:solidFill>
                  <a:srgbClr val="000000"/>
                </a:solidFill>
                <a:latin typeface="Arial"/>
              </a:rPr>
              <a:t>FY28 peak ~30 concurrent NSV availabilities</a:t>
            </a:r>
          </a:p>
          <a:p>
            <a:pPr algn="l" marL="171450" indent="-171450">
              <a:buChar char="•"/>
            </a:pPr>
            <a:r>
              <a:rPr sz="1000" b="0" i="0">
                <a:solidFill>
                  <a:srgbClr val="000000"/>
                </a:solidFill>
                <a:latin typeface="Arial"/>
              </a:rPr>
              <a:t>Supportable with 3 dry-docks plus 2 piers</a:t>
            </a:r>
          </a:p>
          <a:p>
            <a:pPr algn="l" marL="171450" indent="-171450">
              <a:buChar char="•"/>
            </a:pPr>
            <a:r>
              <a:rPr sz="1000" b="0" i="0">
                <a:solidFill>
                  <a:srgbClr val="000000"/>
                </a:solidFill>
                <a:latin typeface="Arial"/>
              </a:rPr>
              <a:t>ASV events drive ~30% of FTE hours by FY28</a:t>
            </a:r>
          </a:p>
          <a:p>
            <a:pPr algn="l"/>
            <a:r>
              <a:rPr sz="1000" b="1" i="0">
                <a:solidFill>
                  <a:srgbClr val="000000"/>
                </a:solidFill>
                <a:latin typeface="Arial"/>
              </a:rPr>
              <a:t>Margin drivers</a:t>
            </a:r>
          </a:p>
          <a:p>
            <a:pPr algn="l" marL="171450" indent="-171450">
              <a:buChar char="•"/>
            </a:pPr>
            <a:r>
              <a:rPr sz="1000" b="0" i="0">
                <a:solidFill>
                  <a:srgbClr val="000000"/>
                </a:solidFill>
                <a:latin typeface="Arial"/>
              </a:rPr>
              <a:t>Modernization periods 3-5x revenue per event</a:t>
            </a:r>
          </a:p>
          <a:p>
            <a:pPr algn="l" marL="171450" indent="-171450">
              <a:buChar char="•"/>
            </a:pPr>
            <a:r>
              <a:rPr sz="1000" b="0" i="0">
                <a:solidFill>
                  <a:srgbClr val="000000"/>
                </a:solidFill>
                <a:latin typeface="Arial"/>
              </a:rPr>
              <a:t>Combat-systems integration bay required</a:t>
            </a:r>
          </a:p>
          <a:p>
            <a:pPr algn="l" marL="171450" indent="-171450">
              <a:buChar char="•"/>
            </a:pPr>
            <a:r>
              <a:rPr sz="1000" b="0" i="0">
                <a:solidFill>
                  <a:srgbClr val="000000"/>
                </a:solidFill>
                <a:latin typeface="Arial"/>
              </a:rPr>
              <a:t>ASV sustainment lower margin, higher volume</a:t>
            </a:r>
          </a:p>
          <a:p>
            <a:pPr algn="l"/>
            <a:r>
              <a:rPr sz="1000" b="1" i="0">
                <a:solidFill>
                  <a:srgbClr val="000000"/>
                </a:solidFill>
                <a:latin typeface="Arial"/>
              </a:rPr>
              <a:t>Sensitivity</a:t>
            </a:r>
          </a:p>
          <a:p>
            <a:pPr algn="l" marL="171450" indent="-171450">
              <a:buChar char="•"/>
            </a:pPr>
            <a:r>
              <a:rPr sz="1000" b="0" i="0">
                <a:solidFill>
                  <a:srgbClr val="000000"/>
                </a:solidFill>
                <a:latin typeface="Arial"/>
              </a:rPr>
              <a:t>+/- 15% on NSV capture rate</a:t>
            </a:r>
          </a:p>
          <a:p>
            <a:pPr algn="l" marL="171450" indent="-171450">
              <a:buChar char="•"/>
            </a:pPr>
            <a:r>
              <a:rPr sz="1000" b="0" i="0">
                <a:solidFill>
                  <a:srgbClr val="000000"/>
                </a:solidFill>
                <a:latin typeface="Arial"/>
              </a:rPr>
              <a:t>Drives +/- ~$140M FY28 ACV</a:t>
            </a:r>
          </a:p>
          <a:p>
            <a:pPr algn="l" marL="171450" indent="-171450">
              <a:buChar char="•"/>
            </a:pPr>
            <a:r>
              <a:rPr sz="1000" b="0" i="0">
                <a:solidFill>
                  <a:srgbClr val="000000"/>
                </a:solidFill>
                <a:latin typeface="Arial"/>
              </a:rPr>
              <a:t>MARMC overflow award is the swing factor</a:t>
            </a:r>
          </a:p>
        </p:txBody>
      </p:sp>
      <p:sp>
        <p:nvSpPr>
          <p:cNvPr id="6" name="callout_conclusion"/>
          <p:cNvSpPr/>
          <p:nvPr/>
        </p:nvSpPr>
        <p:spPr>
          <a:xfrm>
            <a:off x="457200" y="5623560"/>
            <a:ext cx="11247120" cy="502920"/>
          </a:xfrm>
          <a:prstGeom prst="rect">
            <a:avLst/>
          </a:prstGeom>
          <a:solidFill>
            <a:srgbClr val="9DB1CF"/>
          </a:solidFill>
          <a:ln w="9525">
            <a:solidFill>
              <a:srgbClr val="6F8DB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i="0">
                <a:solidFill>
                  <a:srgbClr val="000000"/>
                </a:solidFill>
                <a:latin typeface="Arial"/>
              </a:rPr>
              <a:t>Pursue MASC, lock ASV pricing, anchor with modernization.</a:t>
            </a:r>
          </a:p>
        </p:txBody>
      </p:sp>
      <p:sp>
        <p:nvSpPr>
          <p:cNvPr id="7" name="source_footnote"/>
          <p:cNvSpPr txBox="1"/>
          <p:nvPr/>
        </p:nvSpPr>
        <p:spPr>
          <a:xfrm>
            <a:off x="452628" y="6263640"/>
            <a:ext cx="11281867" cy="137160"/>
          </a:xfrm>
          <a:prstGeom prst="rect">
            <a:avLst/>
          </a:prstGeom>
          <a:noFill/>
        </p:spPr>
        <p:txBody>
          <a:bodyPr wrap="square" anchor="t" lIns="0" rIns="0" tIns="0" bIns="0">
            <a:spAutoFit/>
          </a:bodyPr>
          <a:lstStyle/>
          <a:p>
            <a:pPr algn="l"/>
            <a:r>
              <a:rPr sz="800" b="0" i="0">
                <a:solidFill>
                  <a:srgbClr val="000000"/>
                </a:solidFill>
                <a:latin typeface="Arial"/>
              </a:rPr>
              <a:t>Source: NVR; FPDS-NG FY22-26 YTD; RMC backlog; Saronic yard and pricing model</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THINKCELLPRESENTATIONDONOTDELETE" val="&lt;?xml version=&quot;1.0&quot; encoding=&quot;UTF-16&quot; standalone=&quot;yes&quot;?&gt;&lt;root reqver=&quot;32687&quot;&gt;&lt;version val=&quot;38616&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8&quot;&gt;&lt;elem m_fUsage=&quot;7.01052139547435437805E+00&quot;&gt;&lt;m_msothmcolidx val=&quot;0&quot;/&gt;&lt;m_rgb r=&quot;FF&quot; g=&quot;C0&quot; b=&quot;00&quot;/&gt;&lt;/elem&gt;&lt;elem m_fUsage=&quot;4.30467210000000044534E-01&quot;&gt;&lt;m_msothmcolidx val=&quot;0&quot;/&gt;&lt;m_rgb r=&quot;6D&quot; g=&quot;CF&quot; b=&quot;9E&quot;/&gt;&lt;/elem&gt;&lt;elem m_fUsage=&quot;3.91752063160211327908E-01&quot;&gt;&lt;m_msothmcolidx val=&quot;0&quot;/&gt;&lt;m_rgb r=&quot;27&quot; g=&quot;AE&quot; b=&quot;60&quot;/&gt;&lt;/elem&gt;&lt;elem m_fUsage=&quot;3.87420489000000034530E-01&quot;&gt;&lt;m_msothmcolidx val=&quot;0&quot;/&gt;&lt;m_rgb r=&quot;3D&quot; g=&quot;99&quot; b=&quot;70&quot;/&gt;&lt;/elem&gt;&lt;elem m_fUsage=&quot;3.48678440100000153201E-01&quot;&gt;&lt;m_msothmcolidx val=&quot;0&quot;/&gt;&lt;m_rgb r=&quot;1B&quot; g=&quot;43&quot; b=&quot;32&quot;/&gt;&lt;/elem&gt;&lt;elem m_fUsage=&quot;3.13810596090000115677E-01&quot;&gt;&lt;m_msothmcolidx val=&quot;0&quot;/&gt;&lt;m_rgb r=&quot;74&quot; g=&quot;C6&quot; b=&quot;9D&quot;/&gt;&lt;/elem&gt;&lt;elem m_fUsage=&quot;2.82429536481000054149E-01&quot;&gt;&lt;m_msothmcolidx val=&quot;0&quot;/&gt;&lt;m_rgb r=&quot;2D&quot; g=&quot;6A&quot; b=&quot;4F&quot;/&gt;&lt;/elem&gt;&lt;elem m_fUsage=&quot;2.54186582832900076490E-01&quot;&gt;&lt;m_msothmcolidx val=&quot;0&quot;/&gt;&lt;m_rgb r=&quot;40&quot; g=&quot;91&quot; b=&quot;6C&quot;/&gt;&lt;/elem&gt;&lt;elem m_fUsage=&quot;1.50094635296999207030E-01&quot;&gt;&lt;m_msothmcolidx val=&quot;0&quot;/&gt;&lt;m_rgb r=&quot;B3&quot; g=&quot;E1&quot; b=&quot;E9&quot;/&gt;&lt;/elem&gt;&lt;elem m_fUsage=&quot;1.49866054708733847933E-01&quot;&gt;&lt;m_msothmcolidx val=&quot;0&quot;/&gt;&lt;m_rgb r=&quot;2C&quot; g=&quot;3E&quot; b=&quot;50&quot;/&gt;&lt;/elem&gt;&lt;elem m_fUsage=&quot;1.21576654590569363523E-01&quot;&gt;&lt;m_msothmcolidx val=&quot;0&quot;/&gt;&lt;m_rgb r=&quot;BE&quot; g=&quot;78&quot; b=&quot;DA&quot;/&gt;&lt;/elem&gt;&lt;elem m_fUsage=&quot;5.62372349843497584820E-02&quot;&gt;&lt;m_msothmcolidx val=&quot;0&quot;/&gt;&lt;m_rgb r=&quot;22&quot; g=&quot;3E&quot; b=&quot;59&quot;/&gt;&lt;/elem&gt;&lt;elem m_fUsage=&quot;1.84257008659629711866E-02&quot;&gt;&lt;m_msothmcolidx val=&quot;0&quot;/&gt;&lt;m_rgb r=&quot;C0&quot; g=&quot;39&quot; b=&quot;2B&quot;/&gt;&lt;/elem&gt;&lt;elem m_fUsage=&quot;1.80707336178751176714E-02&quot;&gt;&lt;m_msothmcolidx val=&quot;0&quot;/&gt;&lt;m_rgb r=&quot;99&quot; g=&quot;B9&quot; b=&quot;D8&quot;/&gt;&lt;/elem&gt;&lt;elem m_fUsage=&quot;1.19725151825620344803E-02&quot;&gt;&lt;m_msothmcolidx val=&quot;0&quot;/&gt;&lt;m_rgb r=&quot;F1&quot; g=&quot;C4&quot; b=&quot;0F&quot;/&gt;&lt;/elem&gt;&lt;elem m_fUsage=&quot;1.07752636643058327670E-02&quot;&gt;&lt;m_msothmcolidx val=&quot;0&quot;/&gt;&lt;m_rgb r=&quot;D3&quot; g=&quot;54&quot; b=&quot;00&quot;/&gt;&lt;/elem&gt;&lt;elem m_fUsage=&quot;9.90097481495164771781E-03&quot;&gt;&lt;m_msothmcolidx val=&quot;0&quot;/&gt;&lt;m_rgb r=&quot;44&quot; g=&quot;7B&quot; b=&quot;B2&quot;/&gt;&lt;/elem&gt;&lt;elem m_fUsage=&quot;3.38139191352273150298E-03&quot;&gt;&lt;m_msothmcolidx val=&quot;0&quot;/&gt;&lt;m_rgb r=&quot;B6&quot; g=&quot;C8&quot; b=&quot;D8&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Saronic Theme">
  <a:themeElements>
    <a:clrScheme name="Saronic">
      <a:dk1>
        <a:srgbClr val="162029"/>
      </a:dk1>
      <a:lt1>
        <a:srgbClr val="FFFFFF"/>
      </a:lt1>
      <a:dk2>
        <a:srgbClr val="44505C"/>
      </a:dk2>
      <a:lt2>
        <a:srgbClr val="F2F6FA"/>
      </a:lt2>
      <a:accent1>
        <a:srgbClr val="79838F"/>
      </a:accent1>
      <a:accent2>
        <a:srgbClr val="1D4D68"/>
      </a:accent2>
      <a:accent3>
        <a:srgbClr val="486D82"/>
      </a:accent3>
      <a:accent4>
        <a:srgbClr val="89A2B0"/>
      </a:accent4>
      <a:accent5>
        <a:srgbClr val="AFC2CC"/>
      </a:accent5>
      <a:accent6>
        <a:srgbClr val="D8E3EB"/>
      </a:accent6>
      <a:hlink>
        <a:srgbClr val="1D4D68"/>
      </a:hlink>
      <a:folHlink>
        <a:srgbClr val="89A2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533F551-D006-49AF-B605-4266820906E6}">
  <we:reference id="f5f369e5-aa35-49d7-ad7b-638152ddb008" version="1.0.0.0" store="EXCatalog" storeType="EXCatalog"/>
  <we:alternateReferences/>
  <we:properties>
    <we:property name="claude.fileId" value="&quot;9bc1484c-058b-47e5-bb8b-c24c259f94e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399e6e4-1ff2-45c5-8493-0d2ea33fdbb6" xsi:nil="true"/>
    <_ip_UnifiedCompliancePolicyUIAction xmlns="http://schemas.microsoft.com/sharepoint/v3" xsi:nil="true"/>
    <_ip_UnifiedCompliancePolicyProperties xmlns="http://schemas.microsoft.com/sharepoint/v3" xsi:nil="true"/>
    <lcf76f155ced4ddcb4097134ff3c332f xmlns="89c194a5-0ed5-4017-aaa8-de001421115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12A65EA5EFA94DB74F80F7068E2723" ma:contentTypeVersion="18" ma:contentTypeDescription="Create a new document." ma:contentTypeScope="" ma:versionID="d0cca3f3a851382155a58196b12e5530">
  <xsd:schema xmlns:xsd="http://www.w3.org/2001/XMLSchema" xmlns:xs="http://www.w3.org/2001/XMLSchema" xmlns:p="http://schemas.microsoft.com/office/2006/metadata/properties" xmlns:ns1="http://schemas.microsoft.com/sharepoint/v3" xmlns:ns2="89c194a5-0ed5-4017-aaa8-de001421115b" xmlns:ns3="9399e6e4-1ff2-45c5-8493-0d2ea33fdbb6" targetNamespace="http://schemas.microsoft.com/office/2006/metadata/properties" ma:root="true" ma:fieldsID="b76a2098899f005dd96263691768f731" ns1:_="" ns2:_="" ns3:_="">
    <xsd:import namespace="http://schemas.microsoft.com/sharepoint/v3"/>
    <xsd:import namespace="89c194a5-0ed5-4017-aaa8-de001421115b"/>
    <xsd:import namespace="9399e6e4-1ff2-45c5-8493-0d2ea33fdbb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Location"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c194a5-0ed5-4017-aaa8-de00142111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27f08bc-cf87-4783-9b23-d12d08d4d7f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399e6e4-1ff2-45c5-8493-0d2ea33fdbb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a7f974a-3ce2-4f77-8f11-351c708d3e3d}" ma:internalName="TaxCatchAll" ma:showField="CatchAllData" ma:web="9399e6e4-1ff2-45c5-8493-0d2ea33fdbb6">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9A99A8-5952-482C-8AC0-B82FF197ACBB}">
  <ds:schemaRefs>
    <ds:schemaRef ds:uri="http://purl.org/dc/elements/1.1/"/>
    <ds:schemaRef ds:uri="http://schemas.openxmlformats.org/package/2006/metadata/core-properties"/>
    <ds:schemaRef ds:uri="http://schemas.microsoft.com/sharepoint/v3"/>
    <ds:schemaRef ds:uri="89c194a5-0ed5-4017-aaa8-de001421115b"/>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9399e6e4-1ff2-45c5-8493-0d2ea33fdbb6"/>
    <ds:schemaRef ds:uri="http://purl.org/dc/terms/"/>
  </ds:schemaRefs>
</ds:datastoreItem>
</file>

<file path=customXml/itemProps2.xml><?xml version="1.0" encoding="utf-8"?>
<ds:datastoreItem xmlns:ds="http://schemas.openxmlformats.org/officeDocument/2006/customXml" ds:itemID="{25CDE576-5B9C-44D7-BDDC-F73938D44F9E}">
  <ds:schemaRefs>
    <ds:schemaRef ds:uri="89c194a5-0ed5-4017-aaa8-de001421115b"/>
    <ds:schemaRef ds:uri="9399e6e4-1ff2-45c5-8493-0d2ea33fdb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5493E43-900A-49BA-942E-D6E1CF2152F7}">
  <ds:schemaRefs>
    <ds:schemaRef ds:uri="http://schemas.microsoft.com/sharepoint/v3/contenttype/forms"/>
  </ds:schemaRefs>
</ds:datastoreItem>
</file>

<file path=docMetadata/LabelInfo.xml><?xml version="1.0" encoding="utf-8"?>
<clbl:labelList xmlns:clbl="http://schemas.microsoft.com/office/2020/mipLabelMetadata">
  <clbl:label id="{97799b1f-9a79-4131-92f4-d7e1a1e8fbf9}" enabled="0" method="" siteId="{97799b1f-9a79-4131-92f4-d7e1a1e8fbf9}" removed="1"/>
</clbl:labelList>
</file>

<file path=docProps/app.xml><?xml version="1.0" encoding="utf-8"?>
<Properties xmlns="http://schemas.openxmlformats.org/officeDocument/2006/extended-properties" xmlns:vt="http://schemas.openxmlformats.org/officeDocument/2006/docPropsVTypes">
  <TotalTime>4493</TotalTime>
  <Words>4</Words>
  <Application>Microsoft Office PowerPoint</Application>
  <PresentationFormat>Widescreen</PresentationFormat>
  <Paragraphs>4</Paragraphs>
  <Slides>4</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8" baseType="lpstr">
      <vt:lpstr>Arial</vt:lpstr>
      <vt:lpstr>Wingdings</vt:lpstr>
      <vt:lpstr>Saronic Theme</vt:lpstr>
      <vt:lpstr>think-cell Slide</vt:lpstr>
      <vt:lpstr>PowerPoint Presentation</vt:lpstr>
      <vt:lpstr>Overview</vt:lpstr>
      <vt:lpstr>Agenda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Jessica Tu</dc:creator>
  <cp:lastModifiedBy>Brendan Toole</cp:lastModifiedBy>
  <cp:revision>7</cp:revision>
  <cp:lastPrinted>2026-03-24T21:04:59Z</cp:lastPrinted>
  <dcterms:created xsi:type="dcterms:W3CDTF">2025-09-16T16:11:56Z</dcterms:created>
  <dcterms:modified xsi:type="dcterms:W3CDTF">2026-04-24T18:18:20Z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0x0101008312A65EA5EFA94DB74F80F7068E2723</vt:lpwstr>
  </property>
  <property fmtid="{D5CDD505-2E9C-101B-9397-08002B2CF9AE}" pid="3" name="MediaServiceImageTags">
    <vt:lpwstr/>
  </property>
</Properties>
</file>