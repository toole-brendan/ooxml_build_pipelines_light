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U.S. Army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Mapping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Mapping | scaffold placeholder - replace with the first content slide.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...; (2) ...; (3) ...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deck_army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U.S. Army - Market Mapping</dc:title>
  <dc:creator>deck_army build_deck.py</dc:creator>
  <cp:lastModifiedBy>deck_army build_deck.py</cp:lastModifiedBy>
  <cp:revision>1</cp:revision>
  <dcterms:created xsi:type="dcterms:W3CDTF">2026-06-20T15:33:10Z</dcterms:created>
  <dcterms:modified xsi:type="dcterms:W3CDTF">2026-06-20T15:33:10Z</dcterms:modified>
</cp:coreProperties>
</file>